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3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06" r:id="rId8"/>
    <p:sldId id="1308" r:id="rId9"/>
    <p:sldId id="267" r:id="rId10"/>
    <p:sldId id="1310" r:id="rId11"/>
    <p:sldId id="271" r:id="rId12"/>
  </p:sldIdLst>
  <p:sldSz cx="12192000" cy="6858000"/>
  <p:notesSz cx="12192000" cy="6858000"/>
  <p:custDataLst>
    <p:tags r:id="rId14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44E47-69EA-4333-9841-08A3E9FF0A41}" v="44" dt="2025-10-25T07:35:21.4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7" autoAdjust="0"/>
  </p:normalViewPr>
  <p:slideViewPr>
    <p:cSldViewPr snapToGrid="0">
      <p:cViewPr varScale="1">
        <p:scale>
          <a:sx n="76" d="100"/>
          <a:sy n="76" d="100"/>
        </p:scale>
        <p:origin x="91" y="106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M" userId="376d93a847085de1" providerId="LiveId" clId="{1070B863-C034-40C2-A044-018609DB0B88}"/>
    <pc:docChg chg="undo custSel modSld">
      <pc:chgData name="Sakshi M" userId="376d93a847085de1" providerId="LiveId" clId="{1070B863-C034-40C2-A044-018609DB0B88}" dt="2025-10-25T10:42:21.309" v="616" actId="1076"/>
      <pc:docMkLst>
        <pc:docMk/>
      </pc:docMkLst>
      <pc:sldChg chg="addSp delSp modSp mod">
        <pc:chgData name="Sakshi M" userId="376d93a847085de1" providerId="LiveId" clId="{1070B863-C034-40C2-A044-018609DB0B88}" dt="2025-10-25T07:34:44.126" v="547" actId="1076"/>
        <pc:sldMkLst>
          <pc:docMk/>
          <pc:sldMk cId="0" sldId="267"/>
        </pc:sldMkLst>
        <pc:spChg chg="add">
          <ac:chgData name="Sakshi M" userId="376d93a847085de1" providerId="LiveId" clId="{1070B863-C034-40C2-A044-018609DB0B88}" dt="2025-10-25T07:28:56.409" v="465"/>
          <ac:spMkLst>
            <pc:docMk/>
            <pc:sldMk cId="0" sldId="267"/>
            <ac:spMk id="2" creationId="{699C7CF7-3F3B-6982-AC24-BC22A4718743}"/>
          </ac:spMkLst>
        </pc:spChg>
        <pc:spChg chg="add del mod">
          <ac:chgData name="Sakshi M" userId="376d93a847085de1" providerId="LiveId" clId="{1070B863-C034-40C2-A044-018609DB0B88}" dt="2025-10-25T07:29:21.734" v="474"/>
          <ac:spMkLst>
            <pc:docMk/>
            <pc:sldMk cId="0" sldId="267"/>
            <ac:spMk id="4" creationId="{E619FA35-B980-E34E-2915-C70E5F5C7972}"/>
          </ac:spMkLst>
        </pc:spChg>
        <pc:spChg chg="add mod">
          <ac:chgData name="Sakshi M" userId="376d93a847085de1" providerId="LiveId" clId="{1070B863-C034-40C2-A044-018609DB0B88}" dt="2025-10-25T07:34:44.126" v="547" actId="1076"/>
          <ac:spMkLst>
            <pc:docMk/>
            <pc:sldMk cId="0" sldId="267"/>
            <ac:spMk id="6" creationId="{15A7D574-23D8-E344-B43E-03C0800E6217}"/>
          </ac:spMkLst>
        </pc:spChg>
        <pc:spChg chg="del mod">
          <ac:chgData name="Sakshi M" userId="376d93a847085de1" providerId="LiveId" clId="{1070B863-C034-40C2-A044-018609DB0B88}" dt="2025-10-25T07:28:59.829" v="467"/>
          <ac:spMkLst>
            <pc:docMk/>
            <pc:sldMk cId="0" sldId="267"/>
            <ac:spMk id="9" creationId="{7357E5D4-E88F-37E5-74E7-633F944B11CE}"/>
          </ac:spMkLst>
        </pc:spChg>
        <pc:spChg chg="mod">
          <ac:chgData name="Sakshi M" userId="376d93a847085de1" providerId="LiveId" clId="{1070B863-C034-40C2-A044-018609DB0B88}" dt="2025-10-25T07:32:44.943" v="493" actId="1076"/>
          <ac:spMkLst>
            <pc:docMk/>
            <pc:sldMk cId="0" sldId="267"/>
            <ac:spMk id="11" creationId="{4F386A49-2AFF-C581-4F70-D6CF61537C07}"/>
          </ac:spMkLst>
        </pc:spChg>
        <pc:spChg chg="mod">
          <ac:chgData name="Sakshi M" userId="376d93a847085de1" providerId="LiveId" clId="{1070B863-C034-40C2-A044-018609DB0B88}" dt="2025-10-25T07:32:54.184" v="495" actId="1076"/>
          <ac:spMkLst>
            <pc:docMk/>
            <pc:sldMk cId="0" sldId="267"/>
            <ac:spMk id="13" creationId="{1B95B5C3-B614-18BE-1656-AF0EE581E443}"/>
          </ac:spMkLst>
        </pc:spChg>
        <pc:spChg chg="mod">
          <ac:chgData name="Sakshi M" userId="376d93a847085de1" providerId="LiveId" clId="{1070B863-C034-40C2-A044-018609DB0B88}" dt="2025-10-25T07:28:09.298" v="462" actId="255"/>
          <ac:spMkLst>
            <pc:docMk/>
            <pc:sldMk cId="0" sldId="267"/>
            <ac:spMk id="22" creationId="{68077044-2447-F20F-732E-F59B0876B1BE}"/>
          </ac:spMkLst>
        </pc:spChg>
        <pc:grpChg chg="del">
          <ac:chgData name="Sakshi M" userId="376d93a847085de1" providerId="LiveId" clId="{1070B863-C034-40C2-A044-018609DB0B88}" dt="2025-10-25T07:28:15.235" v="463" actId="21"/>
          <ac:grpSpMkLst>
            <pc:docMk/>
            <pc:sldMk cId="0" sldId="267"/>
            <ac:grpSpMk id="8" creationId="{EA06B000-237D-0FED-3FF0-5FE978FF8E88}"/>
          </ac:grpSpMkLst>
        </pc:grpChg>
        <pc:grpChg chg="mod">
          <ac:chgData name="Sakshi M" userId="376d93a847085de1" providerId="LiveId" clId="{1070B863-C034-40C2-A044-018609DB0B88}" dt="2025-10-25T07:33:15.312" v="498" actId="1076"/>
          <ac:grpSpMkLst>
            <pc:docMk/>
            <pc:sldMk cId="0" sldId="267"/>
            <ac:grpSpMk id="10" creationId="{6898C442-216F-0AFF-7F38-7D870EA0918B}"/>
          </ac:grpSpMkLst>
        </pc:grpChg>
        <pc:cxnChg chg="mod">
          <ac:chgData name="Sakshi M" userId="376d93a847085de1" providerId="LiveId" clId="{1070B863-C034-40C2-A044-018609DB0B88}" dt="2025-10-25T07:32:17.778" v="488" actId="1076"/>
          <ac:cxnSpMkLst>
            <pc:docMk/>
            <pc:sldMk cId="0" sldId="267"/>
            <ac:cxnSpMk id="14" creationId="{5994F08D-DCBE-2424-B4B5-ADEDA76E75B5}"/>
          </ac:cxnSpMkLst>
        </pc:cxnChg>
        <pc:cxnChg chg="mod">
          <ac:chgData name="Sakshi M" userId="376d93a847085de1" providerId="LiveId" clId="{1070B863-C034-40C2-A044-018609DB0B88}" dt="2025-10-25T07:32:58.515" v="496" actId="1076"/>
          <ac:cxnSpMkLst>
            <pc:docMk/>
            <pc:sldMk cId="0" sldId="267"/>
            <ac:cxnSpMk id="23" creationId="{A8BF57D1-795B-C082-EBF5-FAD686110381}"/>
          </ac:cxnSpMkLst>
        </pc:cxnChg>
      </pc:sldChg>
      <pc:sldChg chg="modSp mod">
        <pc:chgData name="Sakshi M" userId="376d93a847085de1" providerId="LiveId" clId="{1070B863-C034-40C2-A044-018609DB0B88}" dt="2025-10-25T07:37:18.084" v="593" actId="1076"/>
        <pc:sldMkLst>
          <pc:docMk/>
          <pc:sldMk cId="0" sldId="271"/>
        </pc:sldMkLst>
        <pc:spChg chg="mod">
          <ac:chgData name="Sakshi M" userId="376d93a847085de1" providerId="LiveId" clId="{1070B863-C034-40C2-A044-018609DB0B88}" dt="2025-10-25T07:37:18.084" v="593" actId="1076"/>
          <ac:spMkLst>
            <pc:docMk/>
            <pc:sldMk cId="0" sldId="271"/>
            <ac:spMk id="8" creationId="{56731104-94CD-C847-F7D6-086A88BE5722}"/>
          </ac:spMkLst>
        </pc:spChg>
      </pc:sldChg>
      <pc:sldChg chg="modSp mod">
        <pc:chgData name="Sakshi M" userId="376d93a847085de1" providerId="LiveId" clId="{1070B863-C034-40C2-A044-018609DB0B88}" dt="2025-10-25T10:41:58.928" v="612" actId="1076"/>
        <pc:sldMkLst>
          <pc:docMk/>
          <pc:sldMk cId="946846088" sldId="1298"/>
        </pc:sldMkLst>
        <pc:spChg chg="mod">
          <ac:chgData name="Sakshi M" userId="376d93a847085de1" providerId="LiveId" clId="{1070B863-C034-40C2-A044-018609DB0B88}" dt="2025-10-25T05:38:45.984" v="68" actId="1076"/>
          <ac:spMkLst>
            <pc:docMk/>
            <pc:sldMk cId="946846088" sldId="1298"/>
            <ac:spMk id="3" creationId="{6A8BFA17-ACF5-21DA-81BC-A9A793A30FE6}"/>
          </ac:spMkLst>
        </pc:spChg>
        <pc:spChg chg="mod">
          <ac:chgData name="Sakshi M" userId="376d93a847085de1" providerId="LiveId" clId="{1070B863-C034-40C2-A044-018609DB0B88}" dt="2025-10-25T05:39:15.925" v="70" actId="1076"/>
          <ac:spMkLst>
            <pc:docMk/>
            <pc:sldMk cId="946846088" sldId="1298"/>
            <ac:spMk id="5" creationId="{5215B0D1-B06C-3466-28E3-04DA70D1A6AD}"/>
          </ac:spMkLst>
        </pc:spChg>
        <pc:spChg chg="mod">
          <ac:chgData name="Sakshi M" userId="376d93a847085de1" providerId="LiveId" clId="{1070B863-C034-40C2-A044-018609DB0B88}" dt="2025-10-25T05:39:10.539" v="69" actId="1076"/>
          <ac:spMkLst>
            <pc:docMk/>
            <pc:sldMk cId="946846088" sldId="1298"/>
            <ac:spMk id="6" creationId="{33B282E5-EFA4-B42A-3002-A121095746EB}"/>
          </ac:spMkLst>
        </pc:spChg>
        <pc:picChg chg="mod">
          <ac:chgData name="Sakshi M" userId="376d93a847085de1" providerId="LiveId" clId="{1070B863-C034-40C2-A044-018609DB0B88}" dt="2025-10-25T10:41:51.709" v="610" actId="1076"/>
          <ac:picMkLst>
            <pc:docMk/>
            <pc:sldMk cId="946846088" sldId="1298"/>
            <ac:picMk id="4" creationId="{9AEA9CBA-CAFF-3524-2EE2-271890594574}"/>
          </ac:picMkLst>
        </pc:picChg>
        <pc:picChg chg="mod">
          <ac:chgData name="Sakshi M" userId="376d93a847085de1" providerId="LiveId" clId="{1070B863-C034-40C2-A044-018609DB0B88}" dt="2025-10-25T10:41:58.928" v="612" actId="1076"/>
          <ac:picMkLst>
            <pc:docMk/>
            <pc:sldMk cId="946846088" sldId="1298"/>
            <ac:picMk id="28" creationId="{A6445770-34AE-34D1-DF4B-2580AC1729E8}"/>
          </ac:picMkLst>
        </pc:picChg>
        <pc:picChg chg="mod">
          <ac:chgData name="Sakshi M" userId="376d93a847085de1" providerId="LiveId" clId="{1070B863-C034-40C2-A044-018609DB0B88}" dt="2025-10-25T10:41:54.925" v="611" actId="1076"/>
          <ac:picMkLst>
            <pc:docMk/>
            <pc:sldMk cId="946846088" sldId="1298"/>
            <ac:picMk id="29" creationId="{8F7F974D-2D1F-F052-896D-E000E0AF7B7D}"/>
          </ac:picMkLst>
        </pc:picChg>
      </pc:sldChg>
      <pc:sldChg chg="modSp mod">
        <pc:chgData name="Sakshi M" userId="376d93a847085de1" providerId="LiveId" clId="{1070B863-C034-40C2-A044-018609DB0B88}" dt="2025-10-25T10:42:21.309" v="616" actId="1076"/>
        <pc:sldMkLst>
          <pc:docMk/>
          <pc:sldMk cId="2189056872" sldId="1302"/>
        </pc:sldMkLst>
        <pc:spChg chg="mod">
          <ac:chgData name="Sakshi M" userId="376d93a847085de1" providerId="LiveId" clId="{1070B863-C034-40C2-A044-018609DB0B88}" dt="2025-10-25T07:42:23.800" v="605" actId="1076"/>
          <ac:spMkLst>
            <pc:docMk/>
            <pc:sldMk cId="2189056872" sldId="1302"/>
            <ac:spMk id="2" creationId="{5D26F9D8-5390-EBFF-D1C6-1E8BFA87A192}"/>
          </ac:spMkLst>
        </pc:spChg>
        <pc:spChg chg="mod">
          <ac:chgData name="Sakshi M" userId="376d93a847085de1" providerId="LiveId" clId="{1070B863-C034-40C2-A044-018609DB0B88}" dt="2025-10-25T05:40:34.832" v="71" actId="1076"/>
          <ac:spMkLst>
            <pc:docMk/>
            <pc:sldMk cId="2189056872" sldId="1302"/>
            <ac:spMk id="3" creationId="{74BEAD1C-D4EE-217C-7DA3-DC537039DFC5}"/>
          </ac:spMkLst>
        </pc:spChg>
        <pc:grpChg chg="mod">
          <ac:chgData name="Sakshi M" userId="376d93a847085de1" providerId="LiveId" clId="{1070B863-C034-40C2-A044-018609DB0B88}" dt="2025-10-25T10:42:15.905" v="614" actId="14100"/>
          <ac:grpSpMkLst>
            <pc:docMk/>
            <pc:sldMk cId="2189056872" sldId="1302"/>
            <ac:grpSpMk id="4" creationId="{2D507D05-4C0A-0699-FEB2-7D8F6FBD6994}"/>
          </ac:grpSpMkLst>
        </pc:grpChg>
        <pc:picChg chg="mod">
          <ac:chgData name="Sakshi M" userId="376d93a847085de1" providerId="LiveId" clId="{1070B863-C034-40C2-A044-018609DB0B88}" dt="2025-10-25T07:42:52.438" v="609" actId="1076"/>
          <ac:picMkLst>
            <pc:docMk/>
            <pc:sldMk cId="2189056872" sldId="1302"/>
            <ac:picMk id="13" creationId="{C2D4920E-4971-AD6E-FEFA-F52546153743}"/>
          </ac:picMkLst>
        </pc:picChg>
        <pc:picChg chg="mod">
          <ac:chgData name="Sakshi M" userId="376d93a847085de1" providerId="LiveId" clId="{1070B863-C034-40C2-A044-018609DB0B88}" dt="2025-10-25T10:42:21.309" v="616" actId="1076"/>
          <ac:picMkLst>
            <pc:docMk/>
            <pc:sldMk cId="2189056872" sldId="1302"/>
            <ac:picMk id="14" creationId="{D6C15AD9-CCF7-5E54-7691-52E46C42C069}"/>
          </ac:picMkLst>
        </pc:picChg>
      </pc:sldChg>
      <pc:sldChg chg="modSp mod">
        <pc:chgData name="Sakshi M" userId="376d93a847085de1" providerId="LiveId" clId="{1070B863-C034-40C2-A044-018609DB0B88}" dt="2025-10-25T05:50:12.842" v="121" actId="20577"/>
        <pc:sldMkLst>
          <pc:docMk/>
          <pc:sldMk cId="817590762" sldId="1303"/>
        </pc:sldMkLst>
        <pc:spChg chg="mod">
          <ac:chgData name="Sakshi M" userId="376d93a847085de1" providerId="LiveId" clId="{1070B863-C034-40C2-A044-018609DB0B88}" dt="2025-10-25T05:50:12.842" v="121" actId="20577"/>
          <ac:spMkLst>
            <pc:docMk/>
            <pc:sldMk cId="817590762" sldId="1303"/>
            <ac:spMk id="2" creationId="{F66CEC1E-D414-60D6-7258-4ACDA0654F65}"/>
          </ac:spMkLst>
        </pc:spChg>
        <pc:spChg chg="mod">
          <ac:chgData name="Sakshi M" userId="376d93a847085de1" providerId="LiveId" clId="{1070B863-C034-40C2-A044-018609DB0B88}" dt="2025-10-25T05:49:57.161" v="109" actId="1076"/>
          <ac:spMkLst>
            <pc:docMk/>
            <pc:sldMk cId="817590762" sldId="1303"/>
            <ac:spMk id="4" creationId="{035F6041-A892-0BCB-55B1-A8BFBC7B38CE}"/>
          </ac:spMkLst>
        </pc:spChg>
      </pc:sldChg>
      <pc:sldChg chg="addSp delSp modSp mod">
        <pc:chgData name="Sakshi M" userId="376d93a847085de1" providerId="LiveId" clId="{1070B863-C034-40C2-A044-018609DB0B88}" dt="2025-10-25T05:55:16.863" v="157" actId="1076"/>
        <pc:sldMkLst>
          <pc:docMk/>
          <pc:sldMk cId="2719174597" sldId="1304"/>
        </pc:sldMkLst>
        <pc:spChg chg="del mod">
          <ac:chgData name="Sakshi M" userId="376d93a847085de1" providerId="LiveId" clId="{1070B863-C034-40C2-A044-018609DB0B88}" dt="2025-10-25T05:53:35.572" v="132"/>
          <ac:spMkLst>
            <pc:docMk/>
            <pc:sldMk cId="2719174597" sldId="1304"/>
            <ac:spMk id="2" creationId="{B07E3F00-B8A1-E3E6-46F3-9CBDC445523A}"/>
          </ac:spMkLst>
        </pc:spChg>
        <pc:spChg chg="add del mod">
          <ac:chgData name="Sakshi M" userId="376d93a847085de1" providerId="LiveId" clId="{1070B863-C034-40C2-A044-018609DB0B88}" dt="2025-10-25T05:54:08.453" v="141"/>
          <ac:spMkLst>
            <pc:docMk/>
            <pc:sldMk cId="2719174597" sldId="1304"/>
            <ac:spMk id="3" creationId="{1421A241-2E68-9C62-9474-22D21360A1C7}"/>
          </ac:spMkLst>
        </pc:spChg>
        <pc:spChg chg="mod">
          <ac:chgData name="Sakshi M" userId="376d93a847085de1" providerId="LiveId" clId="{1070B863-C034-40C2-A044-018609DB0B88}" dt="2025-10-25T05:51:16.899" v="127" actId="1076"/>
          <ac:spMkLst>
            <pc:docMk/>
            <pc:sldMk cId="2719174597" sldId="1304"/>
            <ac:spMk id="4" creationId="{F319EE50-E52E-5394-C0FF-8E0F05CC6090}"/>
          </ac:spMkLst>
        </pc:spChg>
        <pc:spChg chg="add mod">
          <ac:chgData name="Sakshi M" userId="376d93a847085de1" providerId="LiveId" clId="{1070B863-C034-40C2-A044-018609DB0B88}" dt="2025-10-25T05:54:43.556" v="153" actId="5793"/>
          <ac:spMkLst>
            <pc:docMk/>
            <pc:sldMk cId="2719174597" sldId="1304"/>
            <ac:spMk id="8" creationId="{E572A420-0084-32FA-A94A-3E59032DA344}"/>
          </ac:spMkLst>
        </pc:spChg>
        <pc:picChg chg="add mod">
          <ac:chgData name="Sakshi M" userId="376d93a847085de1" providerId="LiveId" clId="{1070B863-C034-40C2-A044-018609DB0B88}" dt="2025-10-25T05:55:16.863" v="157" actId="1076"/>
          <ac:picMkLst>
            <pc:docMk/>
            <pc:sldMk cId="2719174597" sldId="1304"/>
            <ac:picMk id="6" creationId="{4A6FA7A9-96D0-2549-E2AB-62689307ED1E}"/>
          </ac:picMkLst>
        </pc:picChg>
      </pc:sldChg>
      <pc:sldChg chg="addSp delSp modSp mod">
        <pc:chgData name="Sakshi M" userId="376d93a847085de1" providerId="LiveId" clId="{1070B863-C034-40C2-A044-018609DB0B88}" dt="2025-10-25T07:14:30.108" v="368" actId="14100"/>
        <pc:sldMkLst>
          <pc:docMk/>
          <pc:sldMk cId="3778321862" sldId="1306"/>
        </pc:sldMkLst>
        <pc:spChg chg="del mod">
          <ac:chgData name="Sakshi M" userId="376d93a847085de1" providerId="LiveId" clId="{1070B863-C034-40C2-A044-018609DB0B88}" dt="2025-10-25T07:01:48.303" v="268" actId="21"/>
          <ac:spMkLst>
            <pc:docMk/>
            <pc:sldMk cId="3778321862" sldId="1306"/>
            <ac:spMk id="2" creationId="{C8B19602-5945-D8D8-558E-B9D8BCF88542}"/>
          </ac:spMkLst>
        </pc:spChg>
        <pc:spChg chg="mod">
          <ac:chgData name="Sakshi M" userId="376d93a847085de1" providerId="LiveId" clId="{1070B863-C034-40C2-A044-018609DB0B88}" dt="2025-10-25T06:10:49.610" v="263" actId="1076"/>
          <ac:spMkLst>
            <pc:docMk/>
            <pc:sldMk cId="3778321862" sldId="1306"/>
            <ac:spMk id="4" creationId="{4E422110-826C-E4F6-C918-6761F34D0D22}"/>
          </ac:spMkLst>
        </pc:spChg>
        <pc:spChg chg="add mod">
          <ac:chgData name="Sakshi M" userId="376d93a847085de1" providerId="LiveId" clId="{1070B863-C034-40C2-A044-018609DB0B88}" dt="2025-10-25T07:14:30.108" v="368" actId="14100"/>
          <ac:spMkLst>
            <pc:docMk/>
            <pc:sldMk cId="3778321862" sldId="1306"/>
            <ac:spMk id="7" creationId="{369A6134-5334-48F5-6292-77890846703F}"/>
          </ac:spMkLst>
        </pc:spChg>
        <pc:picChg chg="add mod">
          <ac:chgData name="Sakshi M" userId="376d93a847085de1" providerId="LiveId" clId="{1070B863-C034-40C2-A044-018609DB0B88}" dt="2025-10-25T07:01:57.901" v="271" actId="1076"/>
          <ac:picMkLst>
            <pc:docMk/>
            <pc:sldMk cId="3778321862" sldId="1306"/>
            <ac:picMk id="5" creationId="{663992BF-D3B1-AC83-4CEC-72AEE4A783B7}"/>
          </ac:picMkLst>
        </pc:picChg>
      </pc:sldChg>
      <pc:sldChg chg="addSp delSp modSp mod">
        <pc:chgData name="Sakshi M" userId="376d93a847085de1" providerId="LiveId" clId="{1070B863-C034-40C2-A044-018609DB0B88}" dt="2025-10-25T06:02:39.155" v="183" actId="20577"/>
        <pc:sldMkLst>
          <pc:docMk/>
          <pc:sldMk cId="3912515651" sldId="1307"/>
        </pc:sldMkLst>
        <pc:spChg chg="del mod">
          <ac:chgData name="Sakshi M" userId="376d93a847085de1" providerId="LiveId" clId="{1070B863-C034-40C2-A044-018609DB0B88}" dt="2025-10-25T06:01:18.069" v="167" actId="21"/>
          <ac:spMkLst>
            <pc:docMk/>
            <pc:sldMk cId="3912515651" sldId="1307"/>
            <ac:spMk id="2" creationId="{6938976A-48BF-02EA-7BFA-5075C8725DD1}"/>
          </ac:spMkLst>
        </pc:spChg>
        <pc:spChg chg="mod">
          <ac:chgData name="Sakshi M" userId="376d93a847085de1" providerId="LiveId" clId="{1070B863-C034-40C2-A044-018609DB0B88}" dt="2025-10-25T06:02:21.931" v="179" actId="1076"/>
          <ac:spMkLst>
            <pc:docMk/>
            <pc:sldMk cId="3912515651" sldId="1307"/>
            <ac:spMk id="4" creationId="{42931B7F-A4E2-1DA5-2BAF-AB2F7EB3A4A1}"/>
          </ac:spMkLst>
        </pc:spChg>
        <pc:spChg chg="add mod">
          <ac:chgData name="Sakshi M" userId="376d93a847085de1" providerId="LiveId" clId="{1070B863-C034-40C2-A044-018609DB0B88}" dt="2025-10-25T06:02:39.155" v="183" actId="20577"/>
          <ac:spMkLst>
            <pc:docMk/>
            <pc:sldMk cId="3912515651" sldId="1307"/>
            <ac:spMk id="5" creationId="{8476B57A-38B7-B4B2-EF6D-9F93777D08D8}"/>
          </ac:spMkLst>
        </pc:spChg>
      </pc:sldChg>
      <pc:sldChg chg="addSp delSp modSp mod">
        <pc:chgData name="Sakshi M" userId="376d93a847085de1" providerId="LiveId" clId="{1070B863-C034-40C2-A044-018609DB0B88}" dt="2025-10-25T07:27:26.795" v="461" actId="1076"/>
        <pc:sldMkLst>
          <pc:docMk/>
          <pc:sldMk cId="2515693582" sldId="1308"/>
        </pc:sldMkLst>
        <pc:spChg chg="del">
          <ac:chgData name="Sakshi M" userId="376d93a847085de1" providerId="LiveId" clId="{1070B863-C034-40C2-A044-018609DB0B88}" dt="2025-10-25T07:22:11.592" v="388" actId="21"/>
          <ac:spMkLst>
            <pc:docMk/>
            <pc:sldMk cId="2515693582" sldId="1308"/>
            <ac:spMk id="2" creationId="{FD88F72F-9CDB-BA74-F623-E56EFFA44E46}"/>
          </ac:spMkLst>
        </pc:spChg>
        <pc:spChg chg="mod">
          <ac:chgData name="Sakshi M" userId="376d93a847085de1" providerId="LiveId" clId="{1070B863-C034-40C2-A044-018609DB0B88}" dt="2025-10-25T07:27:26.795" v="461" actId="1076"/>
          <ac:spMkLst>
            <pc:docMk/>
            <pc:sldMk cId="2515693582" sldId="1308"/>
            <ac:spMk id="4" creationId="{97AFABD4-7DC8-378D-DE0F-D1EE5042A49B}"/>
          </ac:spMkLst>
        </pc:spChg>
        <pc:spChg chg="add mod">
          <ac:chgData name="Sakshi M" userId="376d93a847085de1" providerId="LiveId" clId="{1070B863-C034-40C2-A044-018609DB0B88}" dt="2025-10-25T07:22:12.533" v="389"/>
          <ac:spMkLst>
            <pc:docMk/>
            <pc:sldMk cId="2515693582" sldId="1308"/>
            <ac:spMk id="8" creationId="{FD88F72F-9CDB-BA74-F623-E56EFFA44E46}"/>
          </ac:spMkLst>
        </pc:spChg>
        <pc:spChg chg="add mod">
          <ac:chgData name="Sakshi M" userId="376d93a847085de1" providerId="LiveId" clId="{1070B863-C034-40C2-A044-018609DB0B88}" dt="2025-10-25T07:27:22.941" v="460" actId="1076"/>
          <ac:spMkLst>
            <pc:docMk/>
            <pc:sldMk cId="2515693582" sldId="1308"/>
            <ac:spMk id="15" creationId="{47BD988F-2F23-888C-5C64-BD0D915C8679}"/>
          </ac:spMkLst>
        </pc:spChg>
        <pc:picChg chg="add mod">
          <ac:chgData name="Sakshi M" userId="376d93a847085de1" providerId="LiveId" clId="{1070B863-C034-40C2-A044-018609DB0B88}" dt="2025-10-25T07:24:07.079" v="415" actId="1076"/>
          <ac:picMkLst>
            <pc:docMk/>
            <pc:sldMk cId="2515693582" sldId="1308"/>
            <ac:picMk id="5" creationId="{FA4699B5-9965-D76C-8047-3B154B04B52C}"/>
          </ac:picMkLst>
        </pc:picChg>
        <pc:picChg chg="add mod">
          <ac:chgData name="Sakshi M" userId="376d93a847085de1" providerId="LiveId" clId="{1070B863-C034-40C2-A044-018609DB0B88}" dt="2025-10-25T07:24:10.844" v="416" actId="1076"/>
          <ac:picMkLst>
            <pc:docMk/>
            <pc:sldMk cId="2515693582" sldId="1308"/>
            <ac:picMk id="7" creationId="{60471497-1170-6D03-FA32-05AD094D4850}"/>
          </ac:picMkLst>
        </pc:picChg>
        <pc:picChg chg="add del mod">
          <ac:chgData name="Sakshi M" userId="376d93a847085de1" providerId="LiveId" clId="{1070B863-C034-40C2-A044-018609DB0B88}" dt="2025-10-25T07:23:05.664" v="399" actId="21"/>
          <ac:picMkLst>
            <pc:docMk/>
            <pc:sldMk cId="2515693582" sldId="1308"/>
            <ac:picMk id="10" creationId="{04C1D10C-D686-5F33-32C1-4D31F86B59E4}"/>
          </ac:picMkLst>
        </pc:picChg>
        <pc:picChg chg="add mod">
          <ac:chgData name="Sakshi M" userId="376d93a847085de1" providerId="LiveId" clId="{1070B863-C034-40C2-A044-018609DB0B88}" dt="2025-10-25T07:23:06.584" v="400"/>
          <ac:picMkLst>
            <pc:docMk/>
            <pc:sldMk cId="2515693582" sldId="1308"/>
            <ac:picMk id="11" creationId="{04C1D10C-D686-5F33-32C1-4D31F86B59E4}"/>
          </ac:picMkLst>
        </pc:picChg>
        <pc:picChg chg="add mod">
          <ac:chgData name="Sakshi M" userId="376d93a847085de1" providerId="LiveId" clId="{1070B863-C034-40C2-A044-018609DB0B88}" dt="2025-10-25T07:23:26.582" v="404" actId="1076"/>
          <ac:picMkLst>
            <pc:docMk/>
            <pc:sldMk cId="2515693582" sldId="1308"/>
            <ac:picMk id="13" creationId="{D185D105-D609-3350-6E71-26C5A5FD6E41}"/>
          </ac:picMkLst>
        </pc:picChg>
      </pc:sldChg>
      <pc:sldChg chg="modSp mod">
        <pc:chgData name="Sakshi M" userId="376d93a847085de1" providerId="LiveId" clId="{1070B863-C034-40C2-A044-018609DB0B88}" dt="2025-10-25T07:36:16.985" v="587" actId="20577"/>
        <pc:sldMkLst>
          <pc:docMk/>
          <pc:sldMk cId="3672943248" sldId="1310"/>
        </pc:sldMkLst>
        <pc:spChg chg="mod">
          <ac:chgData name="Sakshi M" userId="376d93a847085de1" providerId="LiveId" clId="{1070B863-C034-40C2-A044-018609DB0B88}" dt="2025-10-25T07:36:16.985" v="587" actId="20577"/>
          <ac:spMkLst>
            <pc:docMk/>
            <pc:sldMk cId="3672943248" sldId="1310"/>
            <ac:spMk id="2" creationId="{E60DEBBB-AD2B-766E-32FE-AB5BCF243F01}"/>
          </ac:spMkLst>
        </pc:spChg>
        <pc:spChg chg="mod">
          <ac:chgData name="Sakshi M" userId="376d93a847085de1" providerId="LiveId" clId="{1070B863-C034-40C2-A044-018609DB0B88}" dt="2025-10-25T07:35:47.123" v="574" actId="255"/>
          <ac:spMkLst>
            <pc:docMk/>
            <pc:sldMk cId="3672943248" sldId="1310"/>
            <ac:spMk id="4" creationId="{022E9217-CBBF-B96E-4814-1E879FAE64A2}"/>
          </ac:spMkLst>
        </pc:spChg>
      </pc:sldChg>
      <pc:sldChg chg="addSp delSp modSp mod">
        <pc:chgData name="Sakshi M" userId="376d93a847085de1" providerId="LiveId" clId="{1070B863-C034-40C2-A044-018609DB0B88}" dt="2025-10-25T07:04:50.733" v="291" actId="1076"/>
        <pc:sldMkLst>
          <pc:docMk/>
          <pc:sldMk cId="50864971" sldId="1311"/>
        </pc:sldMkLst>
        <pc:spChg chg="del">
          <ac:chgData name="Sakshi M" userId="376d93a847085de1" providerId="LiveId" clId="{1070B863-C034-40C2-A044-018609DB0B88}" dt="2025-10-25T06:03:11.027" v="189" actId="21"/>
          <ac:spMkLst>
            <pc:docMk/>
            <pc:sldMk cId="50864971" sldId="1311"/>
            <ac:spMk id="2" creationId="{BD0735C1-3598-53C0-CB0C-6CCC862D16E4}"/>
          </ac:spMkLst>
        </pc:spChg>
        <pc:spChg chg="mod">
          <ac:chgData name="Sakshi M" userId="376d93a847085de1" providerId="LiveId" clId="{1070B863-C034-40C2-A044-018609DB0B88}" dt="2025-10-25T06:10:30.671" v="257" actId="1076"/>
          <ac:spMkLst>
            <pc:docMk/>
            <pc:sldMk cId="50864971" sldId="1311"/>
            <ac:spMk id="4" creationId="{4D73B39E-642F-E67D-C1F9-30D3693DA4F4}"/>
          </ac:spMkLst>
        </pc:spChg>
        <pc:spChg chg="add">
          <ac:chgData name="Sakshi M" userId="376d93a847085de1" providerId="LiveId" clId="{1070B863-C034-40C2-A044-018609DB0B88}" dt="2025-10-25T06:06:59.553" v="213"/>
          <ac:spMkLst>
            <pc:docMk/>
            <pc:sldMk cId="50864971" sldId="1311"/>
            <ac:spMk id="10" creationId="{3DCDDF0B-D2D1-40EA-3EFF-A22F436854B0}"/>
          </ac:spMkLst>
        </pc:spChg>
        <pc:spChg chg="add">
          <ac:chgData name="Sakshi M" userId="376d93a847085de1" providerId="LiveId" clId="{1070B863-C034-40C2-A044-018609DB0B88}" dt="2025-10-25T06:07:05.370" v="214"/>
          <ac:spMkLst>
            <pc:docMk/>
            <pc:sldMk cId="50864971" sldId="1311"/>
            <ac:spMk id="11" creationId="{3C48CECB-0210-C294-A826-0D2B81F94E0D}"/>
          </ac:spMkLst>
        </pc:spChg>
        <pc:spChg chg="add del mod">
          <ac:chgData name="Sakshi M" userId="376d93a847085de1" providerId="LiveId" clId="{1070B863-C034-40C2-A044-018609DB0B88}" dt="2025-10-25T06:09:03.839" v="253"/>
          <ac:spMkLst>
            <pc:docMk/>
            <pc:sldMk cId="50864971" sldId="1311"/>
            <ac:spMk id="12" creationId="{EE677FA4-F358-AE41-780C-4A5DDBC615C8}"/>
          </ac:spMkLst>
        </pc:spChg>
        <pc:spChg chg="add del mod">
          <ac:chgData name="Sakshi M" userId="376d93a847085de1" providerId="LiveId" clId="{1070B863-C034-40C2-A044-018609DB0B88}" dt="2025-10-25T06:09:03.840" v="255"/>
          <ac:spMkLst>
            <pc:docMk/>
            <pc:sldMk cId="50864971" sldId="1311"/>
            <ac:spMk id="13" creationId="{99A722B6-5DCD-F582-A7A2-6C77AD51B8EF}"/>
          </ac:spMkLst>
        </pc:spChg>
        <pc:spChg chg="add mod">
          <ac:chgData name="Sakshi M" userId="376d93a847085de1" providerId="LiveId" clId="{1070B863-C034-40C2-A044-018609DB0B88}" dt="2025-10-25T06:08:48.278" v="249" actId="20577"/>
          <ac:spMkLst>
            <pc:docMk/>
            <pc:sldMk cId="50864971" sldId="1311"/>
            <ac:spMk id="15" creationId="{BC7B18E9-DC84-CB7D-D7C3-0B13B23D42EA}"/>
          </ac:spMkLst>
        </pc:spChg>
        <pc:picChg chg="add del mod">
          <ac:chgData name="Sakshi M" userId="376d93a847085de1" providerId="LiveId" clId="{1070B863-C034-40C2-A044-018609DB0B88}" dt="2025-10-25T07:03:23.531" v="272" actId="21"/>
          <ac:picMkLst>
            <pc:docMk/>
            <pc:sldMk cId="50864971" sldId="1311"/>
            <ac:picMk id="5" creationId="{600790FA-E3A9-A240-3562-140CD117B673}"/>
          </ac:picMkLst>
        </pc:picChg>
        <pc:picChg chg="add del mod">
          <ac:chgData name="Sakshi M" userId="376d93a847085de1" providerId="LiveId" clId="{1070B863-C034-40C2-A044-018609DB0B88}" dt="2025-10-25T06:05:02.602" v="196" actId="21"/>
          <ac:picMkLst>
            <pc:docMk/>
            <pc:sldMk cId="50864971" sldId="1311"/>
            <ac:picMk id="7" creationId="{100B249C-642A-524B-725B-95BB816EC7F9}"/>
          </ac:picMkLst>
        </pc:picChg>
        <pc:picChg chg="add mod">
          <ac:chgData name="Sakshi M" userId="376d93a847085de1" providerId="LiveId" clId="{1070B863-C034-40C2-A044-018609DB0B88}" dt="2025-10-25T06:08:58.337" v="250" actId="1076"/>
          <ac:picMkLst>
            <pc:docMk/>
            <pc:sldMk cId="50864971" sldId="1311"/>
            <ac:picMk id="9" creationId="{B18AD8BC-997D-0508-F653-7C6F968B243F}"/>
          </ac:picMkLst>
        </pc:picChg>
        <pc:picChg chg="add mod">
          <ac:chgData name="Sakshi M" userId="376d93a847085de1" providerId="LiveId" clId="{1070B863-C034-40C2-A044-018609DB0B88}" dt="2025-10-25T07:03:24.626" v="273"/>
          <ac:picMkLst>
            <pc:docMk/>
            <pc:sldMk cId="50864971" sldId="1311"/>
            <ac:picMk id="16" creationId="{600790FA-E3A9-A240-3562-140CD117B673}"/>
          </ac:picMkLst>
        </pc:picChg>
        <pc:picChg chg="add del mod">
          <ac:chgData name="Sakshi M" userId="376d93a847085de1" providerId="LiveId" clId="{1070B863-C034-40C2-A044-018609DB0B88}" dt="2025-10-25T07:04:24.286" v="281" actId="21"/>
          <ac:picMkLst>
            <pc:docMk/>
            <pc:sldMk cId="50864971" sldId="1311"/>
            <ac:picMk id="18" creationId="{6009C331-C2AF-71DC-3B2F-C0022A8F6102}"/>
          </ac:picMkLst>
        </pc:picChg>
        <pc:picChg chg="add mod">
          <ac:chgData name="Sakshi M" userId="376d93a847085de1" providerId="LiveId" clId="{1070B863-C034-40C2-A044-018609DB0B88}" dt="2025-10-25T07:04:25.345" v="282"/>
          <ac:picMkLst>
            <pc:docMk/>
            <pc:sldMk cId="50864971" sldId="1311"/>
            <ac:picMk id="19" creationId="{6009C331-C2AF-71DC-3B2F-C0022A8F6102}"/>
          </ac:picMkLst>
        </pc:picChg>
        <pc:picChg chg="add mod">
          <ac:chgData name="Sakshi M" userId="376d93a847085de1" providerId="LiveId" clId="{1070B863-C034-40C2-A044-018609DB0B88}" dt="2025-10-25T07:04:50.733" v="291" actId="1076"/>
          <ac:picMkLst>
            <pc:docMk/>
            <pc:sldMk cId="50864971" sldId="1311"/>
            <ac:picMk id="21" creationId="{4E6BB0CA-4CC1-5E22-BB2B-FAE626EA5D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BE9A7-CD12-16D7-1936-B3E207021293}"/>
              </a:ext>
            </a:extLst>
          </p:cNvPr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hyperlink" Target="https://www.freepik.com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hyperlink" Target="https://www.freepik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395139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796" y="395139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002" y="418123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11281" y="1804806"/>
            <a:ext cx="4885967" cy="202742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GB" sz="3200" b="1" dirty="0">
                <a:solidFill>
                  <a:srgbClr val="213163"/>
                </a:solidFill>
              </a:rPr>
              <a:t>Intelligent Network Routing using Reinforcement Learning</a:t>
            </a:r>
          </a:p>
          <a:p>
            <a:pPr algn="l">
              <a:lnSpc>
                <a:spcPct val="90000"/>
              </a:lnSpc>
            </a:pPr>
            <a:r>
              <a:rPr lang="en-GB" sz="3200" b="1" dirty="0">
                <a:solidFill>
                  <a:srgbClr val="213163"/>
                </a:solidFill>
              </a:rPr>
              <a:t> </a:t>
            </a:r>
          </a:p>
          <a:p>
            <a:pPr algn="l">
              <a:lnSpc>
                <a:spcPct val="90000"/>
              </a:lnSpc>
            </a:pPr>
            <a:r>
              <a:rPr lang="en-GB" sz="2000" b="1" dirty="0">
                <a:solidFill>
                  <a:srgbClr val="213163"/>
                </a:solidFill>
              </a:rPr>
              <a:t>Team ID:</a:t>
            </a:r>
            <a:r>
              <a:rPr lang="en-GB" sz="2000" dirty="0">
                <a:solidFill>
                  <a:srgbClr val="213163"/>
                </a:solidFill>
              </a:rPr>
              <a:t> CU_CP_Team_10181</a:t>
            </a:r>
            <a:endParaRPr lang="en-US" sz="2000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37124" y="4440391"/>
            <a:ext cx="476676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>
                <a:solidFill>
                  <a:srgbClr val="213163"/>
                </a:solidFill>
              </a:rPr>
              <a:t>Team Leader:</a:t>
            </a:r>
            <a:r>
              <a:rPr lang="en-IN" sz="2000" dirty="0">
                <a:solidFill>
                  <a:srgbClr val="213163"/>
                </a:solidFill>
              </a:rPr>
              <a:t> Ketul </a:t>
            </a:r>
            <a:r>
              <a:rPr lang="en-IN" sz="2000" dirty="0" err="1">
                <a:solidFill>
                  <a:srgbClr val="213163"/>
                </a:solidFill>
              </a:rPr>
              <a:t>Kasodiya</a:t>
            </a:r>
            <a:br>
              <a:rPr lang="en-IN" sz="2000" dirty="0">
                <a:solidFill>
                  <a:srgbClr val="213163"/>
                </a:solidFill>
              </a:rPr>
            </a:br>
            <a:r>
              <a:rPr lang="en-IN" sz="2000" b="1" dirty="0">
                <a:solidFill>
                  <a:srgbClr val="213163"/>
                </a:solidFill>
              </a:rPr>
              <a:t>Team Member 1:</a:t>
            </a:r>
            <a:r>
              <a:rPr lang="en-IN" sz="2000" dirty="0">
                <a:solidFill>
                  <a:srgbClr val="213163"/>
                </a:solidFill>
              </a:rPr>
              <a:t> Pranjal Panchal</a:t>
            </a:r>
            <a:br>
              <a:rPr lang="en-IN" sz="2000" dirty="0">
                <a:solidFill>
                  <a:srgbClr val="213163"/>
                </a:solidFill>
              </a:rPr>
            </a:br>
            <a:r>
              <a:rPr lang="en-IN" sz="2000" b="1" dirty="0">
                <a:solidFill>
                  <a:srgbClr val="213163"/>
                </a:solidFill>
              </a:rPr>
              <a:t>Team Member 2:</a:t>
            </a:r>
            <a:r>
              <a:rPr lang="en-IN" sz="2000" dirty="0">
                <a:solidFill>
                  <a:srgbClr val="213163"/>
                </a:solidFill>
              </a:rPr>
              <a:t> Sakshi Makwana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104640" y="5708243"/>
            <a:ext cx="46992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r>
              <a:rPr lang="en-IN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mentorship of,</a:t>
            </a:r>
          </a:p>
          <a:p>
            <a:r>
              <a:rPr lang="en-US" sz="1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Palwinder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  <a:endParaRPr lang="en-IN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066" y="1380913"/>
            <a:ext cx="6123812" cy="690574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z="2400" dirty="0"/>
              <a:t>Content:</a:t>
            </a:r>
            <a:br>
              <a:rPr lang="en-IN" dirty="0"/>
            </a:br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66293" y="2175534"/>
            <a:ext cx="5610657" cy="36933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Project Overview –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End Users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Modelling/Block Diagram/Flow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Result/outcomes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 dirty="0">
                <a:latin typeface="Arial"/>
                <a:cs typeface="Arial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507D05-4C0A-0699-FEB2-7D8F6FBD6994}"/>
              </a:ext>
            </a:extLst>
          </p:cNvPr>
          <p:cNvGrpSpPr/>
          <p:nvPr/>
        </p:nvGrpSpPr>
        <p:grpSpPr>
          <a:xfrm>
            <a:off x="5441123" y="1530217"/>
            <a:ext cx="6123812" cy="3985404"/>
            <a:chOff x="4579235" y="1441065"/>
            <a:chExt cx="3758723" cy="2487481"/>
          </a:xfrm>
        </p:grpSpPr>
        <p:pic>
          <p:nvPicPr>
            <p:cNvPr id="13" name="Picture 12" descr="A group of icons with graphs and charts&#10;&#10;AI-generated content may be incorrect.">
              <a:extLst>
                <a:ext uri="{FF2B5EF4-FFF2-40B4-BE49-F238E27FC236}">
                  <a16:creationId xmlns:a16="http://schemas.microsoft.com/office/drawing/2014/main" id="{C2D4920E-4971-AD6E-FEFA-F5254615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9235" y="1441065"/>
              <a:ext cx="2507383" cy="1535449"/>
            </a:xfrm>
            <a:prstGeom prst="rect">
              <a:avLst/>
            </a:prstGeom>
          </p:spPr>
        </p:pic>
        <p:pic>
          <p:nvPicPr>
            <p:cNvPr id="14" name="Picture 13" descr="A blue arrow hitting a yellow and white target&#10;&#10;AI-generated content may be incorrect.">
              <a:extLst>
                <a:ext uri="{FF2B5EF4-FFF2-40B4-BE49-F238E27FC236}">
                  <a16:creationId xmlns:a16="http://schemas.microsoft.com/office/drawing/2014/main" id="{D6C15AD9-CCF7-5E54-7691-52E46C42C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46482" y="2393096"/>
              <a:ext cx="1991476" cy="153545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ECDBD7-36D9-921B-68C6-AC77F5A66FB1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3015FF2-7BEE-909C-92A2-E0DBC5FB3990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386786-5360-6578-652A-11C812FFA6F7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2F9488-4CF7-4FCB-7661-3AE4E5EB66C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Source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AD8D237-BDB9-5EDA-44A4-F14768D59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4E76FF3-D150-1A38-0627-1AE966548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343" y="955065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Problem Statement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66CEC1E-D414-60D6-7258-4ACDA0654F65}"/>
              </a:ext>
            </a:extLst>
          </p:cNvPr>
          <p:cNvSpPr txBox="1"/>
          <p:nvPr/>
        </p:nvSpPr>
        <p:spPr>
          <a:xfrm>
            <a:off x="485343" y="1665045"/>
            <a:ext cx="11371712" cy="470898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Our project focuses on applying </a:t>
            </a:r>
            <a:r>
              <a:rPr lang="en-GB" b="1" dirty="0"/>
              <a:t>Reinforcement Learning (Q-learning)</a:t>
            </a:r>
            <a:r>
              <a:rPr lang="en-GB" dirty="0"/>
              <a:t> to make </a:t>
            </a:r>
            <a:r>
              <a:rPr lang="en-GB" b="1" dirty="0"/>
              <a:t>computer network routing smarter and more adaptive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normal networks, data packets always follow the </a:t>
            </a:r>
            <a:r>
              <a:rPr lang="en-GB" b="1" dirty="0"/>
              <a:t>shortest path</a:t>
            </a:r>
            <a:r>
              <a:rPr lang="en-GB" dirty="0"/>
              <a:t>, even if that path is crowded. This often leads to </a:t>
            </a:r>
            <a:r>
              <a:rPr lang="en-GB" b="1" dirty="0"/>
              <a:t>network congestion, packet loss, and delays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With Q-learning, the network router learns </a:t>
            </a:r>
            <a:r>
              <a:rPr lang="en-GB" b="1" dirty="0"/>
              <a:t>from its past experiences</a:t>
            </a:r>
            <a:r>
              <a:rPr lang="en-GB" dirty="0"/>
              <a:t> — it gets rewards for choosing good paths and penalties for poor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Over time, it </a:t>
            </a:r>
            <a:r>
              <a:rPr lang="en-GB" b="1" dirty="0"/>
              <a:t>understands which routes are faster, less congested, and more reliable</a:t>
            </a:r>
            <a:r>
              <a:rPr lang="en-GB" dirty="0"/>
              <a:t>, just like how humans learn by trial and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approach helps the network </a:t>
            </a:r>
            <a:r>
              <a:rPr lang="en-GB" b="1" dirty="0"/>
              <a:t>distribute traffic more evenly</a:t>
            </a:r>
            <a:r>
              <a:rPr lang="en-GB" dirty="0"/>
              <a:t>, </a:t>
            </a:r>
            <a:r>
              <a:rPr lang="en-GB" b="1" dirty="0"/>
              <a:t>avoid overloaded links</a:t>
            </a:r>
            <a:r>
              <a:rPr lang="en-GB" dirty="0"/>
              <a:t>, and </a:t>
            </a:r>
            <a:r>
              <a:rPr lang="en-GB" b="1" dirty="0"/>
              <a:t>improve overall packet delivery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simple terms, our project teaches the network to </a:t>
            </a:r>
            <a:r>
              <a:rPr lang="en-GB" b="1" dirty="0"/>
              <a:t>“think and learn” on its own</a:t>
            </a:r>
            <a:r>
              <a:rPr lang="en-GB" dirty="0"/>
              <a:t> rather than follow fixed rules.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343" y="864630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Objectives of Our Project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FA7A9-96D0-2549-E2AB-62689307E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857" y="1489393"/>
            <a:ext cx="5253078" cy="4565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72A420-0084-32FA-A94A-3E59032DA344}"/>
              </a:ext>
            </a:extLst>
          </p:cNvPr>
          <p:cNvSpPr txBox="1"/>
          <p:nvPr/>
        </p:nvSpPr>
        <p:spPr>
          <a:xfrm>
            <a:off x="485343" y="1489393"/>
            <a:ext cx="61264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Q-learning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Reinforcement Learning technique, for intelligent routing.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the agent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optimal paths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nodes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Q-learning performance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Shortest Path (SP)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Routing (RR)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based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 Delivery Ratio (PDR)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hops per delivery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link utilization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visualize the entire learning process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graphs and heatmaps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343" y="1105790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GB" sz="2400" b="1" dirty="0">
                <a:solidFill>
                  <a:srgbClr val="213163"/>
                </a:solidFill>
              </a:rPr>
              <a:t>Who Will Use This Project?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6B57A-38B7-B4B2-EF6D-9F93777D08D8}"/>
              </a:ext>
            </a:extLst>
          </p:cNvPr>
          <p:cNvSpPr txBox="1"/>
          <p:nvPr/>
        </p:nvSpPr>
        <p:spPr>
          <a:xfrm>
            <a:off x="485343" y="1868988"/>
            <a:ext cx="106984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This project can be useful for anyone working with </a:t>
            </a:r>
            <a:r>
              <a:rPr lang="en-GB" b="1" dirty="0"/>
              <a:t>computer networks and routing systems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 end users include:</a:t>
            </a:r>
          </a:p>
          <a:p>
            <a:pPr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 Network Engineers and Researchers:</a:t>
            </a:r>
            <a:br>
              <a:rPr lang="en-GB" dirty="0"/>
            </a:br>
            <a:r>
              <a:rPr lang="en-GB" dirty="0"/>
              <a:t>To test and design smarter routing algorithms that can adapt to real-time traffic conditions.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 Educational Institutions:</a:t>
            </a:r>
            <a:br>
              <a:rPr lang="en-GB" dirty="0"/>
            </a:br>
            <a:r>
              <a:rPr lang="en-GB" dirty="0"/>
              <a:t>For teaching how </a:t>
            </a:r>
            <a:r>
              <a:rPr lang="en-GB" b="1" dirty="0"/>
              <a:t>Reinforcement Learning (Q-learning)</a:t>
            </a:r>
            <a:r>
              <a:rPr lang="en-GB" dirty="0"/>
              <a:t> can be applied beyond games, in real systems like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 Internet Service Providers (ISPs):</a:t>
            </a:r>
            <a:br>
              <a:rPr lang="en-GB" dirty="0"/>
            </a:br>
            <a:r>
              <a:rPr lang="en-GB" dirty="0"/>
              <a:t>To explore how AI can improve </a:t>
            </a:r>
            <a:r>
              <a:rPr lang="en-GB" b="1" dirty="0"/>
              <a:t>data transmission efficiency</a:t>
            </a:r>
            <a:r>
              <a:rPr lang="en-GB" dirty="0"/>
              <a:t> and </a:t>
            </a:r>
            <a:r>
              <a:rPr lang="en-GB" b="1" dirty="0"/>
              <a:t>reduce network congestion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 Students &amp; Developers:</a:t>
            </a:r>
            <a:br>
              <a:rPr lang="en-GB" dirty="0"/>
            </a:br>
            <a:r>
              <a:rPr lang="en-GB" dirty="0"/>
              <a:t>As a learning model to understand </a:t>
            </a:r>
            <a:r>
              <a:rPr lang="en-GB" b="1" dirty="0"/>
              <a:t>AI-driven optimization in networks.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0195" y="822724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GB" sz="2400" b="1" dirty="0">
                <a:solidFill>
                  <a:srgbClr val="213163"/>
                </a:solidFill>
              </a:rPr>
              <a:t>What Makes Our Project Unique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8AD8BC-997D-0508-F653-7C6F968B2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309" y="1195786"/>
            <a:ext cx="6011863" cy="1638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7B18E9-DC84-CB7D-D7C3-0B13B23D42EA}"/>
              </a:ext>
            </a:extLst>
          </p:cNvPr>
          <p:cNvSpPr txBox="1"/>
          <p:nvPr/>
        </p:nvSpPr>
        <p:spPr>
          <a:xfrm>
            <a:off x="280195" y="1405057"/>
            <a:ext cx="550941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project applies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Reinforcement Learning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routing environment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not commonly explored at a student 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doesn’t rely on fixed paths, it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dynamically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its own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improves network performance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any manual tuning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agent learns 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traffic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congestion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intelligently.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provides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visual evidence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training curves, graphs, and topology visuals, that show learning in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bridges two domains: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+ Computer Networking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interdisciplinary innovation.</a:t>
            </a:r>
          </a:p>
        </p:txBody>
      </p:sp>
      <p:pic>
        <p:nvPicPr>
          <p:cNvPr id="21" name="Picture 20" descr="A bar code with numbers and text&#10;&#10;AI-generated content may be incorrect.">
            <a:extLst>
              <a:ext uri="{FF2B5EF4-FFF2-40B4-BE49-F238E27FC236}">
                <a16:creationId xmlns:a16="http://schemas.microsoft.com/office/drawing/2014/main" id="{4E6BB0CA-4CC1-5E22-BB2B-FAE626EA5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309" y="3207148"/>
            <a:ext cx="5941496" cy="3461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343" y="854582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Model of the System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992BF-D3B1-AC83-4CEC-72AEE4A78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35" y="1514493"/>
            <a:ext cx="2252631" cy="5132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A6134-5334-48F5-6292-77890846703F}"/>
              </a:ext>
            </a:extLst>
          </p:cNvPr>
          <p:cNvSpPr txBox="1"/>
          <p:nvPr/>
        </p:nvSpPr>
        <p:spPr>
          <a:xfrm>
            <a:off x="3476730" y="1403083"/>
            <a:ext cx="84104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system uses </a:t>
            </a:r>
            <a:r>
              <a:rPr lang="en-IN" b="1" dirty="0"/>
              <a:t>Q-learning</a:t>
            </a:r>
            <a:r>
              <a:rPr lang="en-IN" dirty="0"/>
              <a:t> to improve network routing. Each node acts as an </a:t>
            </a:r>
            <a:r>
              <a:rPr lang="en-IN" b="1" dirty="0"/>
              <a:t>intelligent agent</a:t>
            </a:r>
            <a:r>
              <a:rPr lang="en-IN" dirty="0"/>
              <a:t> that learns the best path for packets based on experience and rewards. Over time, nodes adapt to changing network conditions, avoiding congestion and optimizing delivery.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Main Components and Steps:</a:t>
            </a:r>
            <a:endParaRPr lang="en-IN" dirty="0"/>
          </a:p>
          <a:p>
            <a:pPr algn="just"/>
            <a:endParaRPr lang="en-GB" b="1" dirty="0"/>
          </a:p>
          <a:p>
            <a:pPr marL="342900" indent="-342900" algn="just">
              <a:buFont typeface="+mj-lt"/>
              <a:buAutoNum type="arabicPeriod"/>
            </a:pPr>
            <a:r>
              <a:rPr lang="en-GB" b="1" dirty="0"/>
              <a:t>Input (Packets):</a:t>
            </a:r>
            <a:r>
              <a:rPr lang="en-GB" dirty="0"/>
              <a:t> Packets are generated at source nodes.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/>
          </a:p>
          <a:p>
            <a:pPr marL="342900" indent="-342900" algn="just">
              <a:buFont typeface="+mj-lt"/>
              <a:buAutoNum type="arabicPeriod"/>
            </a:pPr>
            <a:r>
              <a:rPr lang="en-GB" b="1" dirty="0"/>
              <a:t>Q-Learning Decision:</a:t>
            </a:r>
            <a:r>
              <a:rPr lang="en-GB" dirty="0"/>
              <a:t> Node selects the next hop using its </a:t>
            </a:r>
            <a:r>
              <a:rPr lang="en-GB" b="1" dirty="0"/>
              <a:t>Q-table</a:t>
            </a:r>
            <a:r>
              <a:rPr lang="en-GB" dirty="0"/>
              <a:t> </a:t>
            </a:r>
          </a:p>
          <a:p>
            <a:pPr algn="just"/>
            <a:r>
              <a:rPr lang="en-GB" dirty="0"/>
              <a:t>     (ε-greedy policy).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/>
          </a:p>
          <a:p>
            <a:pPr algn="just"/>
            <a:r>
              <a:rPr lang="en-GB" b="1" dirty="0"/>
              <a:t>3.  Packet Forwarding:</a:t>
            </a:r>
            <a:r>
              <a:rPr lang="en-GB" dirty="0"/>
              <a:t> Packet moves to the chosen node.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/>
          </a:p>
          <a:p>
            <a:pPr algn="just"/>
            <a:r>
              <a:rPr lang="en-GB" b="1" dirty="0"/>
              <a:t>4.  Q-Value Update:</a:t>
            </a:r>
            <a:r>
              <a:rPr lang="en-GB" dirty="0"/>
              <a:t> Reward (+1 for success, -1 for drop) updates the Q-table.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/>
          </a:p>
          <a:p>
            <a:pPr algn="just"/>
            <a:r>
              <a:rPr lang="en-GB" b="1" dirty="0"/>
              <a:t>5.  Improved Routing:</a:t>
            </a:r>
            <a:r>
              <a:rPr lang="en-GB" dirty="0"/>
              <a:t> Nodes learn optimal paths over time.</a:t>
            </a:r>
          </a:p>
          <a:p>
            <a:pPr marL="342900" indent="-342900" algn="just">
              <a:buFont typeface="+mj-lt"/>
              <a:buAutoNum type="arabicPeriod"/>
            </a:pPr>
            <a:endParaRPr lang="en-GB" dirty="0"/>
          </a:p>
          <a:p>
            <a:pPr algn="just"/>
            <a:r>
              <a:rPr lang="en-GB" b="1" dirty="0"/>
              <a:t>6.  Loop:</a:t>
            </a:r>
            <a:r>
              <a:rPr lang="en-GB" dirty="0"/>
              <a:t> Process repeats for new packets.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76896" y="821706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algn="ctr"/>
            <a:r>
              <a:rPr lang="en-IN" sz="2400" b="1" dirty="0">
                <a:solidFill>
                  <a:srgbClr val="213163"/>
                </a:solidFill>
              </a:rPr>
              <a:t>Results and Observations</a:t>
            </a:r>
            <a:endParaRPr lang="en-US" sz="2400" b="1" dirty="0">
              <a:solidFill>
                <a:srgbClr val="213163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699B5-9965-D76C-8047-3B154B04B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18" y="1194768"/>
            <a:ext cx="3023458" cy="2376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71497-1170-6D03-FA32-05AD094D4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887" y="3650395"/>
            <a:ext cx="3244520" cy="2858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5D105-D609-3350-6E71-26C5A5FD6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778" y="1065769"/>
            <a:ext cx="4018764" cy="56102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BD988F-2F23-888C-5C64-BD0D915C8679}"/>
              </a:ext>
            </a:extLst>
          </p:cNvPr>
          <p:cNvSpPr txBox="1"/>
          <p:nvPr/>
        </p:nvSpPr>
        <p:spPr>
          <a:xfrm>
            <a:off x="3893736" y="1457611"/>
            <a:ext cx="3888712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700" dirty="0"/>
              <a:t>After training and testing, the </a:t>
            </a:r>
            <a:r>
              <a:rPr lang="en-GB" sz="1700" b="1" dirty="0"/>
              <a:t>Q-learning agent</a:t>
            </a:r>
            <a:r>
              <a:rPr lang="en-GB" sz="1700" dirty="0"/>
              <a:t> shows better performance than traditional routing methods. It learns to </a:t>
            </a:r>
            <a:r>
              <a:rPr lang="en-GB" sz="1700" b="1" dirty="0"/>
              <a:t>deliver packets efficiently</a:t>
            </a:r>
            <a:r>
              <a:rPr lang="en-GB" sz="1700" dirty="0"/>
              <a:t> while avoiding congestion.</a:t>
            </a:r>
          </a:p>
          <a:p>
            <a:pPr algn="l">
              <a:buNone/>
            </a:pPr>
            <a:endParaRPr lang="en-GB" sz="1700" dirty="0"/>
          </a:p>
          <a:p>
            <a:pPr algn="l">
              <a:buNone/>
            </a:pPr>
            <a:r>
              <a:rPr lang="en-GB" sz="1700" b="1" dirty="0"/>
              <a:t>Key Observations:</a:t>
            </a:r>
          </a:p>
          <a:p>
            <a:pPr algn="l">
              <a:buNone/>
            </a:pPr>
            <a:endParaRPr lang="en-GB" sz="17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700" b="1" dirty="0"/>
              <a:t>Higher Packet Delivery Ratio:</a:t>
            </a:r>
            <a:r>
              <a:rPr lang="en-GB" sz="1700" dirty="0"/>
              <a:t> More packets reach their destinations compared to Shortest Path and Random Routing.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700" b="1" dirty="0"/>
              <a:t>Balanced Average Hops:</a:t>
            </a:r>
            <a:r>
              <a:rPr lang="en-GB" sz="1700" dirty="0"/>
              <a:t> Learns paths that avoid unnecessary detours.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700" b="1" dirty="0"/>
              <a:t>Efficient Link Utilization:</a:t>
            </a:r>
            <a:r>
              <a:rPr lang="en-GB" sz="1700" dirty="0"/>
              <a:t> Traffic is distributed to prevent bottlenecks.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700" b="1" dirty="0"/>
              <a:t>Adaptability:</a:t>
            </a:r>
            <a:r>
              <a:rPr lang="en-GB" sz="1700" dirty="0"/>
              <a:t> Maintains performance even with increased network traffic or changing conditions.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93206" y="812164"/>
            <a:ext cx="5904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  <a:latin typeface="+mj-lt"/>
              </a:rPr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8C442-216F-0AFF-7F38-7D870EA0918B}"/>
              </a:ext>
            </a:extLst>
          </p:cNvPr>
          <p:cNvGrpSpPr/>
          <p:nvPr/>
        </p:nvGrpSpPr>
        <p:grpSpPr>
          <a:xfrm>
            <a:off x="24551" y="6396335"/>
            <a:ext cx="12142898" cy="461665"/>
            <a:chOff x="49102" y="6349157"/>
            <a:chExt cx="12142898" cy="4616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86A49-2AFF-C581-4F70-D6CF61537C07}"/>
                </a:ext>
              </a:extLst>
            </p:cNvPr>
            <p:cNvSpPr txBox="1"/>
            <p:nvPr/>
          </p:nvSpPr>
          <p:spPr>
            <a:xfrm>
              <a:off x="383681" y="6549212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C3D488-31F2-374D-B1E9-85C3F7A3279B}"/>
                </a:ext>
              </a:extLst>
            </p:cNvPr>
            <p:cNvGrpSpPr/>
            <p:nvPr/>
          </p:nvGrpSpPr>
          <p:grpSpPr>
            <a:xfrm>
              <a:off x="49102" y="6349157"/>
              <a:ext cx="12142898" cy="307777"/>
              <a:chOff x="49102" y="6349157"/>
              <a:chExt cx="12142898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673787" y="6349157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 dirty="0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7201" y="6503046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2" y="6514602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5A7D574-23D8-E344-B43E-03C0800E6217}"/>
              </a:ext>
            </a:extLst>
          </p:cNvPr>
          <p:cNvSpPr txBox="1"/>
          <p:nvPr/>
        </p:nvSpPr>
        <p:spPr>
          <a:xfrm>
            <a:off x="454510" y="1387273"/>
            <a:ext cx="11282979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dirty="0"/>
              <a:t>This project shows that </a:t>
            </a:r>
            <a:r>
              <a:rPr lang="en-GB" sz="1700" b="1" dirty="0"/>
              <a:t>Q-learning can significantly improve network routing</a:t>
            </a:r>
            <a:r>
              <a:rPr lang="en-GB" sz="1700" dirty="0"/>
              <a:t> by letting nodes make adaptive, intelligent decisions rather than relying on static shortest paths. Each node acts as an </a:t>
            </a:r>
            <a:r>
              <a:rPr lang="en-GB" sz="1700" b="1" dirty="0"/>
              <a:t>autonomous agent</a:t>
            </a:r>
            <a:r>
              <a:rPr lang="en-GB" sz="1700" dirty="0"/>
              <a:t>, learning optimal paths through </a:t>
            </a:r>
            <a:r>
              <a:rPr lang="en-GB" sz="1700" b="1" dirty="0"/>
              <a:t>trial and reward</a:t>
            </a:r>
            <a:r>
              <a:rPr lang="en-GB" sz="1700" dirty="0"/>
              <a:t>, resulting in better delivery and network efficiency.</a:t>
            </a:r>
          </a:p>
          <a:p>
            <a:endParaRPr lang="en-GB" sz="1700" dirty="0"/>
          </a:p>
          <a:p>
            <a:r>
              <a:rPr lang="en-GB" sz="1700" b="1" dirty="0"/>
              <a:t>Interesting Highlights:</a:t>
            </a: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Smarter Routing:</a:t>
            </a:r>
            <a:r>
              <a:rPr lang="en-GB" sz="1700" dirty="0"/>
              <a:t> The agent sometimes chooses slightly </a:t>
            </a:r>
            <a:r>
              <a:rPr lang="en-GB" sz="1700" b="1" dirty="0"/>
              <a:t>longer paths to avoid congested links</a:t>
            </a:r>
            <a:r>
              <a:rPr lang="en-GB" sz="1700" dirty="0"/>
              <a:t>, which is more efficient than simply following the shortest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Custom Reward System:</a:t>
            </a:r>
            <a:r>
              <a:rPr lang="en-GB" sz="1700" dirty="0"/>
              <a:t> Rewards encourage successful packet delivery, penalize drops and loops, and slightly penalize latency, guiding the agent toward globally optimal routes.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Adaptive Behaviour:</a:t>
            </a:r>
            <a:r>
              <a:rPr lang="en-GB" sz="1700" dirty="0"/>
              <a:t> The agent adjusts routing decisions under different network conditions, handling heavier traffic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Insightful Analysis:</a:t>
            </a:r>
            <a:r>
              <a:rPr lang="en-GB" sz="1700" dirty="0"/>
              <a:t> You can observe which links the agent prefers through metrics like link usage or heatmaps, highlighting how learning shapes network behaviour.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Robust Performance:</a:t>
            </a:r>
            <a:r>
              <a:rPr lang="en-GB" sz="1700" dirty="0"/>
              <a:t> Q-learning maintains balanced hops, link utilization, and delivery ratios even as network traffic varies, demonstrating intelligent adaptability.</a:t>
            </a:r>
          </a:p>
          <a:p>
            <a:endParaRPr lang="en-GB" sz="1700" dirty="0"/>
          </a:p>
          <a:p>
            <a:r>
              <a:rPr lang="en-GB" sz="1700" dirty="0"/>
              <a:t>Overall, the project proves that </a:t>
            </a:r>
            <a:r>
              <a:rPr lang="en-GB" sz="1700" b="1" dirty="0"/>
              <a:t>reinforcement learning can make networks smarter, more adaptive, and more resilient</a:t>
            </a:r>
            <a:r>
              <a:rPr lang="en-GB" sz="1700" dirty="0"/>
              <a:t>, while offering insights into the agent’s learning behaviour.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400" b="1" dirty="0">
                <a:solidFill>
                  <a:srgbClr val="213163"/>
                </a:solidFill>
              </a:rPr>
              <a:t>Future Enhancement</a:t>
            </a:r>
            <a:endParaRPr lang="en-US" sz="24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485342" y="1457011"/>
            <a:ext cx="10889391" cy="498598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dirty="0"/>
              <a:t>This project can be expanded and improved in several ways to handle </a:t>
            </a:r>
            <a:r>
              <a:rPr lang="en-GB" b="1" dirty="0"/>
              <a:t>larger and more dynamic networks</a:t>
            </a:r>
            <a:r>
              <a:rPr lang="en-GB" dirty="0"/>
              <a:t>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Deep Q-Learning (DQN):</a:t>
            </a:r>
            <a:r>
              <a:rPr lang="en-GB" dirty="0"/>
              <a:t> Handle larger state-action spaces for real-world networks with many nodes.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Dynamic Traffic Simulation:</a:t>
            </a:r>
            <a:r>
              <a:rPr lang="en-GB" dirty="0"/>
              <a:t> Introduce varying traffic loads in real-time to make routing decisions more realistic.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Software Defined Networking (SDN) Integration:</a:t>
            </a:r>
            <a:r>
              <a:rPr lang="en-GB" dirty="0"/>
              <a:t> Combine Q-learning with SDN for </a:t>
            </a:r>
            <a:r>
              <a:rPr lang="en-GB" b="1" dirty="0"/>
              <a:t>centralized, real-time network optimization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Energy-Efficient Routing:</a:t>
            </a:r>
            <a:r>
              <a:rPr lang="en-GB" dirty="0"/>
              <a:t> Implement rewards that penalize high energy usage, reducing network power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Multi-Agent Coordination:</a:t>
            </a:r>
            <a:r>
              <a:rPr lang="en-GB" dirty="0"/>
              <a:t> Multiple nodes can learn </a:t>
            </a:r>
            <a:r>
              <a:rPr lang="en-GB" b="1" dirty="0"/>
              <a:t>cooperatively</a:t>
            </a:r>
            <a:r>
              <a:rPr lang="en-GB" dirty="0"/>
              <a:t>, improving overall network throughput and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Advanced Visualization:</a:t>
            </a:r>
            <a:r>
              <a:rPr lang="en-GB" dirty="0"/>
              <a:t> Display network behaviour through 3D dashboards or live traffic heatmaps for better monitoring.</a:t>
            </a:r>
          </a:p>
          <a:p>
            <a:endParaRPr lang="en-GB" dirty="0"/>
          </a:p>
          <a:p>
            <a:r>
              <a:rPr lang="en-GB" dirty="0"/>
              <a:t>These enhancements highlight the </a:t>
            </a:r>
            <a:r>
              <a:rPr lang="en-GB" b="1" dirty="0"/>
              <a:t>potential of reinforcement learning</a:t>
            </a:r>
            <a:r>
              <a:rPr lang="en-GB" dirty="0"/>
              <a:t> to make communication networks </a:t>
            </a:r>
            <a:r>
              <a:rPr lang="en-GB" b="1" dirty="0"/>
              <a:t>more intelligent, adaptive, and scalable</a:t>
            </a:r>
            <a:r>
              <a:rPr lang="en-GB" dirty="0"/>
              <a:t>.</a:t>
            </a:r>
          </a:p>
          <a:p>
            <a:pPr marL="283464" indent="-283464" algn="l">
              <a:spcAft>
                <a:spcPts val="800"/>
              </a:spcAft>
              <a:buSzPct val="100000"/>
              <a:buFontTx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3983611" y="2825187"/>
            <a:ext cx="4487150" cy="200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You!!!!</a:t>
            </a:r>
            <a:endParaRPr lang="en-US" sz="5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</TotalTime>
  <Words>1732</Words>
  <Application>Microsoft Office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Simple Light</vt:lpstr>
      <vt:lpstr>PowerPoint Presentation</vt:lpstr>
      <vt:lpstr>Content: </vt:lpstr>
      <vt:lpstr>Problem Statement</vt:lpstr>
      <vt:lpstr>Objectives of Our Project</vt:lpstr>
      <vt:lpstr>Who Will Use This Project?</vt:lpstr>
      <vt:lpstr>What Makes Our Project Unique</vt:lpstr>
      <vt:lpstr>Model of the System</vt:lpstr>
      <vt:lpstr>Results and Observations</vt:lpstr>
      <vt:lpstr>PowerPoint Presentation</vt:lpstr>
      <vt:lpstr>Future Enhancement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Sakshi M</cp:lastModifiedBy>
  <cp:revision>127</cp:revision>
  <dcterms:created xsi:type="dcterms:W3CDTF">2024-06-24T09:04:39Z</dcterms:created>
  <dcterms:modified xsi:type="dcterms:W3CDTF">2025-10-25T10:42:49Z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