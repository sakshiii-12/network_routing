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2"/>
  </p:notesMasterIdLst>
  <p:sldIdLst>
    <p:sldId id="1298" r:id="rId2"/>
    <p:sldId id="1302" r:id="rId3"/>
    <p:sldId id="1303" r:id="rId4"/>
    <p:sldId id="1304" r:id="rId5"/>
    <p:sldId id="1306" r:id="rId6"/>
    <p:sldId id="1311" r:id="rId7"/>
    <p:sldId id="1308" r:id="rId8"/>
    <p:sldId id="267" r:id="rId9"/>
    <p:sldId id="1310" r:id="rId10"/>
    <p:sldId id="271" r:id="rId11"/>
  </p:sldIdLst>
  <p:sldSz cx="12192000" cy="6858000"/>
  <p:notesSz cx="12192000" cy="6858000"/>
  <p:custDataLst>
    <p:tags r:id="rId13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B180BE-DCFF-47A9-8921-E69ACDEDD72A}" v="24" dt="2025-11-14T17:29:39.95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 varScale="1">
        <p:scale>
          <a:sx n="76" d="100"/>
          <a:sy n="76" d="100"/>
        </p:scale>
        <p:origin x="91" y="197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M" userId="376d93a847085de1" providerId="LiveId" clId="{1070B863-C034-40C2-A044-018609DB0B88}"/>
    <pc:docChg chg="custSel modSld">
      <pc:chgData name="Sakshi M" userId="376d93a847085de1" providerId="LiveId" clId="{1070B863-C034-40C2-A044-018609DB0B88}" dt="2025-11-14T17:30:56.421" v="281" actId="1076"/>
      <pc:docMkLst>
        <pc:docMk/>
      </pc:docMkLst>
      <pc:sldChg chg="modSp mod">
        <pc:chgData name="Sakshi M" userId="376d93a847085de1" providerId="LiveId" clId="{1070B863-C034-40C2-A044-018609DB0B88}" dt="2025-11-14T16:59:14.483" v="0" actId="255"/>
        <pc:sldMkLst>
          <pc:docMk/>
          <pc:sldMk cId="946846088" sldId="1298"/>
        </pc:sldMkLst>
        <pc:spChg chg="mod">
          <ac:chgData name="Sakshi M" userId="376d93a847085de1" providerId="LiveId" clId="{1070B863-C034-40C2-A044-018609DB0B88}" dt="2025-11-14T16:59:14.483" v="0" actId="255"/>
          <ac:spMkLst>
            <pc:docMk/>
            <pc:sldMk cId="946846088" sldId="1298"/>
            <ac:spMk id="3" creationId="{6A8BFA17-ACF5-21DA-81BC-A9A793A30FE6}"/>
          </ac:spMkLst>
        </pc:spChg>
      </pc:sldChg>
      <pc:sldChg chg="addSp delSp modSp mod">
        <pc:chgData name="Sakshi M" userId="376d93a847085de1" providerId="LiveId" clId="{1070B863-C034-40C2-A044-018609DB0B88}" dt="2025-11-14T17:05:09.732" v="37" actId="255"/>
        <pc:sldMkLst>
          <pc:docMk/>
          <pc:sldMk cId="2189056872" sldId="1302"/>
        </pc:sldMkLst>
        <pc:spChg chg="mod">
          <ac:chgData name="Sakshi M" userId="376d93a847085de1" providerId="LiveId" clId="{1070B863-C034-40C2-A044-018609DB0B88}" dt="2025-11-14T17:05:09.732" v="37" actId="255"/>
          <ac:spMkLst>
            <pc:docMk/>
            <pc:sldMk cId="2189056872" sldId="1302"/>
            <ac:spMk id="2" creationId="{5D26F9D8-5390-EBFF-D1C6-1E8BFA87A192}"/>
          </ac:spMkLst>
        </pc:spChg>
        <pc:spChg chg="mod">
          <ac:chgData name="Sakshi M" userId="376d93a847085de1" providerId="LiveId" clId="{1070B863-C034-40C2-A044-018609DB0B88}" dt="2025-11-14T17:05:00.655" v="36" actId="1076"/>
          <ac:spMkLst>
            <pc:docMk/>
            <pc:sldMk cId="2189056872" sldId="1302"/>
            <ac:spMk id="3" creationId="{74BEAD1C-D4EE-217C-7DA3-DC537039DFC5}"/>
          </ac:spMkLst>
        </pc:spChg>
        <pc:spChg chg="add mod">
          <ac:chgData name="Sakshi M" userId="376d93a847085de1" providerId="LiveId" clId="{1070B863-C034-40C2-A044-018609DB0B88}" dt="2025-11-14T17:03:52.311" v="15" actId="1076"/>
          <ac:spMkLst>
            <pc:docMk/>
            <pc:sldMk cId="2189056872" sldId="1302"/>
            <ac:spMk id="7" creationId="{1D9640A0-B7DE-7548-074A-3C52E810A654}"/>
          </ac:spMkLst>
        </pc:spChg>
        <pc:spChg chg="add mod">
          <ac:chgData name="Sakshi M" userId="376d93a847085de1" providerId="LiveId" clId="{1070B863-C034-40C2-A044-018609DB0B88}" dt="2025-11-14T17:02:11.361" v="10"/>
          <ac:spMkLst>
            <pc:docMk/>
            <pc:sldMk cId="2189056872" sldId="1302"/>
            <ac:spMk id="8" creationId="{9DF73965-2475-FD15-937F-A9088B0EDE51}"/>
          </ac:spMkLst>
        </pc:spChg>
        <pc:grpChg chg="mod">
          <ac:chgData name="Sakshi M" userId="376d93a847085de1" providerId="LiveId" clId="{1070B863-C034-40C2-A044-018609DB0B88}" dt="2025-11-14T17:04:49.060" v="31" actId="1076"/>
          <ac:grpSpMkLst>
            <pc:docMk/>
            <pc:sldMk cId="2189056872" sldId="1302"/>
            <ac:grpSpMk id="4" creationId="{2D507D05-4C0A-0699-FEB2-7D8F6FBD6994}"/>
          </ac:grpSpMkLst>
        </pc:grpChg>
        <pc:picChg chg="add del mod">
          <ac:chgData name="Sakshi M" userId="376d93a847085de1" providerId="LiveId" clId="{1070B863-C034-40C2-A044-018609DB0B88}" dt="2025-11-14T17:00:12.501" v="5" actId="21"/>
          <ac:picMkLst>
            <pc:docMk/>
            <pc:sldMk cId="2189056872" sldId="1302"/>
            <ac:picMk id="5" creationId="{B8F1158A-38A0-5B50-E90A-404AB40243CA}"/>
          </ac:picMkLst>
        </pc:picChg>
        <pc:picChg chg="add mod">
          <ac:chgData name="Sakshi M" userId="376d93a847085de1" providerId="LiveId" clId="{1070B863-C034-40C2-A044-018609DB0B88}" dt="2025-11-14T17:01:57.768" v="7"/>
          <ac:picMkLst>
            <pc:docMk/>
            <pc:sldMk cId="2189056872" sldId="1302"/>
            <ac:picMk id="6" creationId="{B8F1158A-38A0-5B50-E90A-404AB40243CA}"/>
          </ac:picMkLst>
        </pc:picChg>
        <pc:picChg chg="mod">
          <ac:chgData name="Sakshi M" userId="376d93a847085de1" providerId="LiveId" clId="{1070B863-C034-40C2-A044-018609DB0B88}" dt="2025-11-14T17:04:15.583" v="21" actId="1076"/>
          <ac:picMkLst>
            <pc:docMk/>
            <pc:sldMk cId="2189056872" sldId="1302"/>
            <ac:picMk id="13" creationId="{C2D4920E-4971-AD6E-FEFA-F52546153743}"/>
          </ac:picMkLst>
        </pc:picChg>
        <pc:picChg chg="mod">
          <ac:chgData name="Sakshi M" userId="376d93a847085de1" providerId="LiveId" clId="{1070B863-C034-40C2-A044-018609DB0B88}" dt="2025-11-14T17:04:01.824" v="17" actId="1076"/>
          <ac:picMkLst>
            <pc:docMk/>
            <pc:sldMk cId="2189056872" sldId="1302"/>
            <ac:picMk id="14" creationId="{D6C15AD9-CCF7-5E54-7691-52E46C42C069}"/>
          </ac:picMkLst>
        </pc:picChg>
        <pc:picChg chg="add mod">
          <ac:chgData name="Sakshi M" userId="376d93a847085de1" providerId="LiveId" clId="{1070B863-C034-40C2-A044-018609DB0B88}" dt="2025-11-14T17:04:23.933" v="25" actId="1076"/>
          <ac:picMkLst>
            <pc:docMk/>
            <pc:sldMk cId="2189056872" sldId="1302"/>
            <ac:picMk id="1028" creationId="{ECE9D146-DC32-6DA5-CBE0-701F0D7AF973}"/>
          </ac:picMkLst>
        </pc:picChg>
      </pc:sldChg>
      <pc:sldChg chg="modSp mod">
        <pc:chgData name="Sakshi M" userId="376d93a847085de1" providerId="LiveId" clId="{1070B863-C034-40C2-A044-018609DB0B88}" dt="2025-11-14T17:14:05.390" v="139" actId="1076"/>
        <pc:sldMkLst>
          <pc:docMk/>
          <pc:sldMk cId="817590762" sldId="1303"/>
        </pc:sldMkLst>
        <pc:spChg chg="mod">
          <ac:chgData name="Sakshi M" userId="376d93a847085de1" providerId="LiveId" clId="{1070B863-C034-40C2-A044-018609DB0B88}" dt="2025-11-14T17:12:56.379" v="132" actId="123"/>
          <ac:spMkLst>
            <pc:docMk/>
            <pc:sldMk cId="817590762" sldId="1303"/>
            <ac:spMk id="2" creationId="{F66CEC1E-D414-60D6-7258-4ACDA0654F65}"/>
          </ac:spMkLst>
        </pc:spChg>
        <pc:spChg chg="mod">
          <ac:chgData name="Sakshi M" userId="376d93a847085de1" providerId="LiveId" clId="{1070B863-C034-40C2-A044-018609DB0B88}" dt="2025-11-14T17:14:05.390" v="139" actId="1076"/>
          <ac:spMkLst>
            <pc:docMk/>
            <pc:sldMk cId="817590762" sldId="1303"/>
            <ac:spMk id="3" creationId="{15E48CE5-78CA-B844-AE1B-AC6384107C21}"/>
          </ac:spMkLst>
        </pc:spChg>
        <pc:spChg chg="mod">
          <ac:chgData name="Sakshi M" userId="376d93a847085de1" providerId="LiveId" clId="{1070B863-C034-40C2-A044-018609DB0B88}" dt="2025-11-14T17:12:20.593" v="117" actId="1076"/>
          <ac:spMkLst>
            <pc:docMk/>
            <pc:sldMk cId="817590762" sldId="1303"/>
            <ac:spMk id="4" creationId="{035F6041-A892-0BCB-55B1-A8BFBC7B38CE}"/>
          </ac:spMkLst>
        </pc:spChg>
        <pc:spChg chg="mod">
          <ac:chgData name="Sakshi M" userId="376d93a847085de1" providerId="LiveId" clId="{1070B863-C034-40C2-A044-018609DB0B88}" dt="2025-11-14T17:13:07.627" v="135" actId="120"/>
          <ac:spMkLst>
            <pc:docMk/>
            <pc:sldMk cId="817590762" sldId="1303"/>
            <ac:spMk id="5" creationId="{744A295E-4E7B-A163-2C6E-30B923279FAF}"/>
          </ac:spMkLst>
        </pc:spChg>
      </pc:sldChg>
      <pc:sldChg chg="addSp modSp mod">
        <pc:chgData name="Sakshi M" userId="376d93a847085de1" providerId="LiveId" clId="{1070B863-C034-40C2-A044-018609DB0B88}" dt="2025-11-14T17:19:24.464" v="179" actId="1076"/>
        <pc:sldMkLst>
          <pc:docMk/>
          <pc:sldMk cId="2719174597" sldId="1304"/>
        </pc:sldMkLst>
        <pc:spChg chg="add mod">
          <ac:chgData name="Sakshi M" userId="376d93a847085de1" providerId="LiveId" clId="{1070B863-C034-40C2-A044-018609DB0B88}" dt="2025-11-14T17:19:24.464" v="179" actId="1076"/>
          <ac:spMkLst>
            <pc:docMk/>
            <pc:sldMk cId="2719174597" sldId="1304"/>
            <ac:spMk id="3" creationId="{816F7E6E-C1F2-AFA5-DEA3-BDABC7516726}"/>
          </ac:spMkLst>
        </pc:spChg>
        <pc:spChg chg="mod">
          <ac:chgData name="Sakshi M" userId="376d93a847085de1" providerId="LiveId" clId="{1070B863-C034-40C2-A044-018609DB0B88}" dt="2025-11-14T17:16:20.232" v="145" actId="20577"/>
          <ac:spMkLst>
            <pc:docMk/>
            <pc:sldMk cId="2719174597" sldId="1304"/>
            <ac:spMk id="4" creationId="{F319EE50-E52E-5394-C0FF-8E0F05CC6090}"/>
          </ac:spMkLst>
        </pc:spChg>
        <pc:spChg chg="mod">
          <ac:chgData name="Sakshi M" userId="376d93a847085de1" providerId="LiveId" clId="{1070B863-C034-40C2-A044-018609DB0B88}" dt="2025-11-14T17:19:20.104" v="178" actId="1076"/>
          <ac:spMkLst>
            <pc:docMk/>
            <pc:sldMk cId="2719174597" sldId="1304"/>
            <ac:spMk id="8" creationId="{E572A420-0084-32FA-A94A-3E59032DA344}"/>
          </ac:spMkLst>
        </pc:spChg>
        <pc:picChg chg="mod">
          <ac:chgData name="Sakshi M" userId="376d93a847085de1" providerId="LiveId" clId="{1070B863-C034-40C2-A044-018609DB0B88}" dt="2025-11-14T17:19:16.574" v="177" actId="1076"/>
          <ac:picMkLst>
            <pc:docMk/>
            <pc:sldMk cId="2719174597" sldId="1304"/>
            <ac:picMk id="9" creationId="{CF2346D8-FD02-CFFE-D37F-B1E24F8ECDB9}"/>
          </ac:picMkLst>
        </pc:picChg>
      </pc:sldChg>
      <pc:sldChg chg="modSp mod">
        <pc:chgData name="Sakshi M" userId="376d93a847085de1" providerId="LiveId" clId="{1070B863-C034-40C2-A044-018609DB0B88}" dt="2025-11-14T17:19:48.173" v="180" actId="14100"/>
        <pc:sldMkLst>
          <pc:docMk/>
          <pc:sldMk cId="3778321862" sldId="1306"/>
        </pc:sldMkLst>
        <pc:picChg chg="mod">
          <ac:chgData name="Sakshi M" userId="376d93a847085de1" providerId="LiveId" clId="{1070B863-C034-40C2-A044-018609DB0B88}" dt="2025-11-14T17:19:48.173" v="180" actId="14100"/>
          <ac:picMkLst>
            <pc:docMk/>
            <pc:sldMk cId="3778321862" sldId="1306"/>
            <ac:picMk id="9" creationId="{508E5049-0F96-8D87-F2EC-82AA5E9CDFD6}"/>
          </ac:picMkLst>
        </pc:picChg>
      </pc:sldChg>
      <pc:sldChg chg="addSp modSp mod">
        <pc:chgData name="Sakshi M" userId="376d93a847085de1" providerId="LiveId" clId="{1070B863-C034-40C2-A044-018609DB0B88}" dt="2025-11-14T17:24:13.432" v="217" actId="1076"/>
        <pc:sldMkLst>
          <pc:docMk/>
          <pc:sldMk cId="2515693582" sldId="1308"/>
        </pc:sldMkLst>
        <pc:spChg chg="add mod">
          <ac:chgData name="Sakshi M" userId="376d93a847085de1" providerId="LiveId" clId="{1070B863-C034-40C2-A044-018609DB0B88}" dt="2025-11-14T17:24:13.432" v="217" actId="1076"/>
          <ac:spMkLst>
            <pc:docMk/>
            <pc:sldMk cId="2515693582" sldId="1308"/>
            <ac:spMk id="3" creationId="{444C48C4-EC07-BBC3-1E7F-4209821C0072}"/>
          </ac:spMkLst>
        </pc:spChg>
        <pc:spChg chg="mod">
          <ac:chgData name="Sakshi M" userId="376d93a847085de1" providerId="LiveId" clId="{1070B863-C034-40C2-A044-018609DB0B88}" dt="2025-11-14T17:24:08.964" v="216" actId="1076"/>
          <ac:spMkLst>
            <pc:docMk/>
            <pc:sldMk cId="2515693582" sldId="1308"/>
            <ac:spMk id="15" creationId="{47BD988F-2F23-888C-5C64-BD0D915C8679}"/>
          </ac:spMkLst>
        </pc:spChg>
        <pc:picChg chg="mod">
          <ac:chgData name="Sakshi M" userId="376d93a847085de1" providerId="LiveId" clId="{1070B863-C034-40C2-A044-018609DB0B88}" dt="2025-11-14T17:23:53.541" v="213" actId="1076"/>
          <ac:picMkLst>
            <pc:docMk/>
            <pc:sldMk cId="2515693582" sldId="1308"/>
            <ac:picMk id="9" creationId="{E77E9684-958A-093E-3106-6486064BE66E}"/>
          </ac:picMkLst>
        </pc:picChg>
      </pc:sldChg>
      <pc:sldChg chg="addSp modSp mod">
        <pc:chgData name="Sakshi M" userId="376d93a847085de1" providerId="LiveId" clId="{1070B863-C034-40C2-A044-018609DB0B88}" dt="2025-11-14T17:30:56.421" v="281" actId="1076"/>
        <pc:sldMkLst>
          <pc:docMk/>
          <pc:sldMk cId="3672943248" sldId="1310"/>
        </pc:sldMkLst>
        <pc:spChg chg="mod">
          <ac:chgData name="Sakshi M" userId="376d93a847085de1" providerId="LiveId" clId="{1070B863-C034-40C2-A044-018609DB0B88}" dt="2025-11-14T17:30:48.897" v="278" actId="1076"/>
          <ac:spMkLst>
            <pc:docMk/>
            <pc:sldMk cId="3672943248" sldId="1310"/>
            <ac:spMk id="2" creationId="{E60DEBBB-AD2B-766E-32FE-AB5BCF243F01}"/>
          </ac:spMkLst>
        </pc:spChg>
        <pc:spChg chg="add mod">
          <ac:chgData name="Sakshi M" userId="376d93a847085de1" providerId="LiveId" clId="{1070B863-C034-40C2-A044-018609DB0B88}" dt="2025-11-14T17:30:53.784" v="280" actId="1076"/>
          <ac:spMkLst>
            <pc:docMk/>
            <pc:sldMk cId="3672943248" sldId="1310"/>
            <ac:spMk id="5" creationId="{8037D979-9A56-608A-F7E4-FFFFB4163D9B}"/>
          </ac:spMkLst>
        </pc:spChg>
        <pc:spChg chg="add mod">
          <ac:chgData name="Sakshi M" userId="376d93a847085de1" providerId="LiveId" clId="{1070B863-C034-40C2-A044-018609DB0B88}" dt="2025-11-14T17:30:40.259" v="277" actId="1076"/>
          <ac:spMkLst>
            <pc:docMk/>
            <pc:sldMk cId="3672943248" sldId="1310"/>
            <ac:spMk id="7" creationId="{5EDD1090-9887-F7C0-E5C4-6D0B1F09BBDA}"/>
          </ac:spMkLst>
        </pc:spChg>
        <pc:spChg chg="add mod">
          <ac:chgData name="Sakshi M" userId="376d93a847085de1" providerId="LiveId" clId="{1070B863-C034-40C2-A044-018609DB0B88}" dt="2025-11-14T17:30:56.421" v="281" actId="1076"/>
          <ac:spMkLst>
            <pc:docMk/>
            <pc:sldMk cId="3672943248" sldId="1310"/>
            <ac:spMk id="9" creationId="{B6E90635-A931-A699-BADA-8BB1C6B8DE09}"/>
          </ac:spMkLst>
        </pc:spChg>
        <pc:spChg chg="add mod">
          <ac:chgData name="Sakshi M" userId="376d93a847085de1" providerId="LiveId" clId="{1070B863-C034-40C2-A044-018609DB0B88}" dt="2025-11-14T17:30:06.013" v="272" actId="1076"/>
          <ac:spMkLst>
            <pc:docMk/>
            <pc:sldMk cId="3672943248" sldId="1310"/>
            <ac:spMk id="11" creationId="{0B2662FB-F308-E33B-D03F-0B8D40ED0499}"/>
          </ac:spMkLst>
        </pc:spChg>
      </pc:sldChg>
      <pc:sldChg chg="modSp mod">
        <pc:chgData name="Sakshi M" userId="376d93a847085de1" providerId="LiveId" clId="{1070B863-C034-40C2-A044-018609DB0B88}" dt="2025-11-14T17:20:10.382" v="189" actId="113"/>
        <pc:sldMkLst>
          <pc:docMk/>
          <pc:sldMk cId="50864971" sldId="1311"/>
        </pc:sldMkLst>
        <pc:spChg chg="mod">
          <ac:chgData name="Sakshi M" userId="376d93a847085de1" providerId="LiveId" clId="{1070B863-C034-40C2-A044-018609DB0B88}" dt="2025-11-14T17:20:10.382" v="189" actId="113"/>
          <ac:spMkLst>
            <pc:docMk/>
            <pc:sldMk cId="50864971" sldId="1311"/>
            <ac:spMk id="15" creationId="{BC7B18E9-DC84-CB7D-D7C3-0B13B23D42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BE9A7-CD12-16D7-1936-B3E207021293}"/>
              </a:ext>
            </a:extLst>
          </p:cNvPr>
          <p:cNvSpPr txBox="1"/>
          <p:nvPr userDrawn="1"/>
        </p:nvSpPr>
        <p:spPr>
          <a:xfrm>
            <a:off x="400050" y="125730"/>
            <a:ext cx="789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Creating A Future-ready Workforce</a:t>
            </a:r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hyperlink" Target="https://www.freepik.com/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7.jpeg"/><Relationship Id="rId4" Type="http://schemas.openxmlformats.org/officeDocument/2006/relationships/hyperlink" Target="https://www.freepik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395139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2796" y="395139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002" y="418123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11281" y="1804806"/>
            <a:ext cx="4885967" cy="202742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3200" b="1" dirty="0">
                <a:solidFill>
                  <a:srgbClr val="213163"/>
                </a:solidFill>
              </a:rPr>
              <a:t>Intelligent Network Routing using Reinforcement Learning</a:t>
            </a:r>
          </a:p>
          <a:p>
            <a:pPr algn="l">
              <a:lnSpc>
                <a:spcPct val="90000"/>
              </a:lnSpc>
            </a:pPr>
            <a:r>
              <a:rPr lang="en-GB" sz="3200" b="1" dirty="0">
                <a:solidFill>
                  <a:srgbClr val="213163"/>
                </a:solidFill>
              </a:rPr>
              <a:t> </a:t>
            </a:r>
          </a:p>
          <a:p>
            <a:pPr algn="l">
              <a:lnSpc>
                <a:spcPct val="90000"/>
              </a:lnSpc>
            </a:pPr>
            <a:r>
              <a:rPr lang="en-GB" sz="2000" b="1" dirty="0">
                <a:solidFill>
                  <a:srgbClr val="213163"/>
                </a:solidFill>
              </a:rPr>
              <a:t>Team ID:</a:t>
            </a:r>
            <a:r>
              <a:rPr lang="en-GB" sz="2000" dirty="0">
                <a:solidFill>
                  <a:srgbClr val="213163"/>
                </a:solidFill>
              </a:rPr>
              <a:t> CU_CP_Team_10181</a:t>
            </a:r>
            <a:endParaRPr lang="en-US" sz="2000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37124" y="4440391"/>
            <a:ext cx="476676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>
                <a:solidFill>
                  <a:srgbClr val="213163"/>
                </a:solidFill>
              </a:rPr>
              <a:t>Team Leader:</a:t>
            </a:r>
            <a:r>
              <a:rPr lang="en-IN" sz="2000" dirty="0">
                <a:solidFill>
                  <a:srgbClr val="213163"/>
                </a:solidFill>
              </a:rPr>
              <a:t> Ketul </a:t>
            </a:r>
            <a:r>
              <a:rPr lang="en-IN" sz="2000" dirty="0" err="1">
                <a:solidFill>
                  <a:srgbClr val="213163"/>
                </a:solidFill>
              </a:rPr>
              <a:t>Kasodiya</a:t>
            </a:r>
            <a:br>
              <a:rPr lang="en-IN" sz="2000" dirty="0">
                <a:solidFill>
                  <a:srgbClr val="213163"/>
                </a:solidFill>
              </a:rPr>
            </a:br>
            <a:r>
              <a:rPr lang="en-IN" sz="2000" b="1" dirty="0">
                <a:solidFill>
                  <a:srgbClr val="213163"/>
                </a:solidFill>
              </a:rPr>
              <a:t>Team Member 1:</a:t>
            </a:r>
            <a:r>
              <a:rPr lang="en-IN" sz="2000" dirty="0">
                <a:solidFill>
                  <a:srgbClr val="213163"/>
                </a:solidFill>
              </a:rPr>
              <a:t> Pranjal Panchal</a:t>
            </a:r>
            <a:br>
              <a:rPr lang="en-IN" sz="2000" dirty="0">
                <a:solidFill>
                  <a:srgbClr val="213163"/>
                </a:solidFill>
              </a:rPr>
            </a:br>
            <a:r>
              <a:rPr lang="en-IN" sz="2000" b="1" dirty="0">
                <a:solidFill>
                  <a:srgbClr val="213163"/>
                </a:solidFill>
              </a:rPr>
              <a:t>Team Member 2:</a:t>
            </a:r>
            <a:r>
              <a:rPr lang="en-IN" sz="2000" dirty="0">
                <a:solidFill>
                  <a:srgbClr val="213163"/>
                </a:solidFill>
              </a:rPr>
              <a:t> Sakshi Makwana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104640" y="5708243"/>
            <a:ext cx="46992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i="1" dirty="0">
              <a:solidFill>
                <a:srgbClr val="002060"/>
              </a:solidFill>
            </a:endParaRPr>
          </a:p>
          <a:p>
            <a:endParaRPr lang="en-IN" sz="1600" i="1" dirty="0">
              <a:solidFill>
                <a:srgbClr val="002060"/>
              </a:solidFill>
            </a:endParaRPr>
          </a:p>
          <a:p>
            <a:r>
              <a:rPr lang="en-IN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mentorship of,</a:t>
            </a:r>
          </a:p>
          <a:p>
            <a:r>
              <a:rPr lang="en-US" sz="1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Palwinder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  <a:endParaRPr lang="en-IN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066" y="1380913"/>
            <a:ext cx="6123812" cy="752129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800" dirty="0"/>
              <a:t>Content</a:t>
            </a:r>
            <a:r>
              <a:rPr lang="en-IN" sz="2400" dirty="0"/>
              <a:t>:</a:t>
            </a:r>
            <a:br>
              <a:rPr lang="en-IN" dirty="0"/>
            </a:br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40567" y="2042205"/>
            <a:ext cx="5610657" cy="32008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Project Overview / Introduction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Flow of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Wow Factor in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Result/outcomes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Conclusion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Arial"/>
                <a:cs typeface="Arial"/>
              </a:rPr>
              <a:t>Future Enhancement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507D05-4C0A-0699-FEB2-7D8F6FBD6994}"/>
              </a:ext>
            </a:extLst>
          </p:cNvPr>
          <p:cNvGrpSpPr/>
          <p:nvPr/>
        </p:nvGrpSpPr>
        <p:grpSpPr>
          <a:xfrm>
            <a:off x="5078584" y="1402598"/>
            <a:ext cx="6555892" cy="3926621"/>
            <a:chOff x="4431213" y="1462091"/>
            <a:chExt cx="4023929" cy="2450792"/>
          </a:xfrm>
        </p:grpSpPr>
        <p:pic>
          <p:nvPicPr>
            <p:cNvPr id="13" name="Picture 12" descr="A group of icons with graphs and charts&#10;&#10;AI-generated content may be incorrect.">
              <a:extLst>
                <a:ext uri="{FF2B5EF4-FFF2-40B4-BE49-F238E27FC236}">
                  <a16:creationId xmlns:a16="http://schemas.microsoft.com/office/drawing/2014/main" id="{C2D4920E-4971-AD6E-FEFA-F52546153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31213" y="1462091"/>
              <a:ext cx="3222587" cy="1973419"/>
            </a:xfrm>
            <a:prstGeom prst="rect">
              <a:avLst/>
            </a:prstGeom>
          </p:spPr>
        </p:pic>
        <p:pic>
          <p:nvPicPr>
            <p:cNvPr id="14" name="Picture 13" descr="A blue arrow hitting a yellow and white target&#10;&#10;AI-generated content may be incorrect.">
              <a:extLst>
                <a:ext uri="{FF2B5EF4-FFF2-40B4-BE49-F238E27FC236}">
                  <a16:creationId xmlns:a16="http://schemas.microsoft.com/office/drawing/2014/main" id="{D6C15AD9-CCF7-5E54-7691-52E46C42C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3666" y="2377433"/>
              <a:ext cx="1991476" cy="15354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ECDBD7-36D9-921B-68C6-AC77F5A66FB1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015FF2-7BEE-909C-92A2-E0DBC5FB3990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386786-5360-6578-652A-11C812FFA6F7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2F9488-4CF7-4FCB-7661-3AE4E5EB66C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Source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AD8D237-BDB9-5EDA-44A4-F14768D59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4E76FF3-D150-1A38-0627-1AE966548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1D9640A0-B7DE-7548-074A-3C52E810A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92" y="2092093"/>
            <a:ext cx="673964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CE9D146-DC32-6DA5-CBE0-701F0D7AF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9485">
            <a:off x="5131833" y="3032131"/>
            <a:ext cx="2069280" cy="22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8339" y="1004647"/>
            <a:ext cx="6243525" cy="60146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3200" b="1" dirty="0">
                <a:solidFill>
                  <a:srgbClr val="213163"/>
                </a:solidFill>
              </a:rPr>
              <a:t>Problem Statement</a:t>
            </a:r>
            <a:endParaRPr lang="en-US" sz="3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66CEC1E-D414-60D6-7258-4ACDA0654F65}"/>
              </a:ext>
            </a:extLst>
          </p:cNvPr>
          <p:cNvSpPr txBox="1"/>
          <p:nvPr/>
        </p:nvSpPr>
        <p:spPr>
          <a:xfrm>
            <a:off x="378339" y="4484037"/>
            <a:ext cx="4696080" cy="16619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 most computer networks, routers still follow static shortest-path algorithms, even when those paths are overloaded or unstable, this results in congestion, packet loss, and delays, especially under dynamic network conditions.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48CE5-78CA-B844-AE1B-AC6384107C21}"/>
              </a:ext>
            </a:extLst>
          </p:cNvPr>
          <p:cNvSpPr txBox="1"/>
          <p:nvPr/>
        </p:nvSpPr>
        <p:spPr>
          <a:xfrm>
            <a:off x="452175" y="1927662"/>
            <a:ext cx="45217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/>
              <a:t>“Can routers learn to choose better paths the way humans avoid traffic?”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A295E-4E7B-A163-2C6E-30B923279FAF}"/>
              </a:ext>
            </a:extLst>
          </p:cNvPr>
          <p:cNvSpPr txBox="1"/>
          <p:nvPr/>
        </p:nvSpPr>
        <p:spPr>
          <a:xfrm>
            <a:off x="5727962" y="1606036"/>
            <a:ext cx="60118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/>
              <a:t>Core Challenges</a:t>
            </a:r>
          </a:p>
          <a:p>
            <a:pPr algn="l"/>
            <a:r>
              <a:rPr lang="en-US" b="1" dirty="0"/>
              <a:t>Learning to Route:</a:t>
            </a:r>
            <a:r>
              <a:rPr lang="en-US" dirty="0"/>
              <a:t> Can routers figure out optimal paths on their own through rewards and penalties?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Adapting on the Fly:</a:t>
            </a:r>
            <a:r>
              <a:rPr lang="en-US" dirty="0"/>
              <a:t> Can they adjust routes when congestion or link failures occur?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Balancing Trade-offs:</a:t>
            </a:r>
            <a:r>
              <a:rPr lang="en-US" dirty="0"/>
              <a:t> Can the network deliver maximum packets with minimal delay and hops?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/>
              <a:t>Our Approach</a:t>
            </a:r>
          </a:p>
          <a:p>
            <a:pPr algn="l"/>
            <a:r>
              <a:rPr lang="en-US" dirty="0"/>
              <a:t>Using Q-Learning, a Reinforcement Learning method, we enable routers to evolve intelligently transforming static networks into adaptive, self-learning environments.</a:t>
            </a:r>
          </a:p>
          <a:p>
            <a:pPr algn="l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343" y="864630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Project overview</a:t>
            </a:r>
            <a:endParaRPr lang="en-US" sz="2400" b="1" dirty="0">
              <a:solidFill>
                <a:srgbClr val="21316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2A420-0084-32FA-A94A-3E59032DA344}"/>
              </a:ext>
            </a:extLst>
          </p:cNvPr>
          <p:cNvSpPr txBox="1"/>
          <p:nvPr/>
        </p:nvSpPr>
        <p:spPr>
          <a:xfrm>
            <a:off x="475616" y="1546352"/>
            <a:ext cx="52191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dirty="0"/>
              <a:t>We propose a </a:t>
            </a:r>
            <a:r>
              <a:rPr lang="en-GB" b="1" dirty="0"/>
              <a:t>Q-learning-driven routing architecture</a:t>
            </a:r>
            <a:r>
              <a:rPr lang="en-GB" dirty="0"/>
              <a:t> in which every router functions as a </a:t>
            </a:r>
            <a:r>
              <a:rPr lang="en-GB" b="1" dirty="0"/>
              <a:t>local learning agent</a:t>
            </a:r>
            <a:r>
              <a:rPr lang="en-GB" dirty="0"/>
              <a:t>. By interacting with the network environment, each node improves its next-hop decisions based on real-time outcomes.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2346D8-FD02-CFFE-D37F-B1E24F8ECD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487" y="1676981"/>
            <a:ext cx="6125198" cy="4496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6F7E6E-C1F2-AFA5-DEA3-BDABC7516726}"/>
              </a:ext>
            </a:extLst>
          </p:cNvPr>
          <p:cNvSpPr txBox="1"/>
          <p:nvPr/>
        </p:nvSpPr>
        <p:spPr>
          <a:xfrm>
            <a:off x="485344" y="3171568"/>
            <a:ext cx="52094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Graph-based network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Q-learning agent evaluates neighbours before forwarding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Reward system reinforces: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Success (delivery)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Penalizes drop, loop, or excessive latency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Q-table evolves with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converges to optimal and adaptive routing policies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6675" y="835126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Project Flow </a:t>
            </a:r>
            <a:endParaRPr lang="en-US" sz="2400" b="1" dirty="0">
              <a:solidFill>
                <a:srgbClr val="21316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E5049-0F96-8D87-F2EC-82AA5E9CD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75" y="1295739"/>
            <a:ext cx="6894250" cy="53677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F17420-CB72-F3A8-69B5-98CEED535FAA}"/>
              </a:ext>
            </a:extLst>
          </p:cNvPr>
          <p:cNvSpPr txBox="1"/>
          <p:nvPr/>
        </p:nvSpPr>
        <p:spPr>
          <a:xfrm>
            <a:off x="7670797" y="2793797"/>
            <a:ext cx="3340914" cy="5367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87A5B8D8-50F3-7BE8-4461-1CBC662B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1658" y="1877213"/>
            <a:ext cx="463793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Setup: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Packets are generated and sent through routers and links simulating real network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Selection: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Q-learning agent observes the state and selects routing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environment gives rewards or penalties based on delivery, drop, or delay; the agent updates its Q-table.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improved routing policy is tested using metrics like PDR, average hops, and link utilization.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0195" y="822724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GB" sz="2400" b="1" dirty="0">
                <a:solidFill>
                  <a:srgbClr val="213163"/>
                </a:solidFill>
              </a:rPr>
              <a:t>“WOW” Factor in the Project</a:t>
            </a:r>
            <a:endParaRPr lang="en-US" sz="2400" b="1" dirty="0">
              <a:solidFill>
                <a:srgbClr val="21316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8AD8BC-997D-0508-F653-7C6F968B2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309" y="1195786"/>
            <a:ext cx="6011863" cy="1638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7B18E9-DC84-CB7D-D7C3-0B13B23D42EA}"/>
              </a:ext>
            </a:extLst>
          </p:cNvPr>
          <p:cNvSpPr txBox="1"/>
          <p:nvPr/>
        </p:nvSpPr>
        <p:spPr>
          <a:xfrm>
            <a:off x="280195" y="1482871"/>
            <a:ext cx="55094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Interdisciplinary Innovation:</a:t>
            </a:r>
            <a:br>
              <a:rPr lang="en-US" dirty="0"/>
            </a:br>
            <a:r>
              <a:rPr lang="en-US" dirty="0"/>
              <a:t>Bridges Artificial Intelligence and Computer Networking, creating a unique learning-based routing environment rarely explored at a student level.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Autonomous Intelligent Optimization:</a:t>
            </a:r>
            <a:br>
              <a:rPr lang="en-US" dirty="0"/>
            </a:br>
            <a:r>
              <a:rPr lang="en-US" dirty="0"/>
              <a:t>The network learns and adapts on its own using Q-Learning, continuously improving routing decisions, balancing traffic, and minimizing congestion without any manual 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Measured Performance:</a:t>
            </a:r>
            <a:br>
              <a:rPr lang="en-US" dirty="0"/>
            </a:br>
            <a:r>
              <a:rPr lang="en-US" dirty="0"/>
              <a:t>Demonstrates higher packet delivery, lower latency, and better link utilization compared to traditional routing.</a:t>
            </a:r>
          </a:p>
        </p:txBody>
      </p:sp>
      <p:pic>
        <p:nvPicPr>
          <p:cNvPr id="21" name="Picture 20" descr="A bar code with numbers and text&#10;&#10;AI-generated content may be incorrect.">
            <a:extLst>
              <a:ext uri="{FF2B5EF4-FFF2-40B4-BE49-F238E27FC236}">
                <a16:creationId xmlns:a16="http://schemas.microsoft.com/office/drawing/2014/main" id="{4E6BB0CA-4CC1-5E22-BB2B-FAE626EA5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09" y="2993132"/>
            <a:ext cx="5941496" cy="34614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7C735-D4D6-0969-61DD-E7E8D74283A9}"/>
              </a:ext>
            </a:extLst>
          </p:cNvPr>
          <p:cNvSpPr txBox="1"/>
          <p:nvPr/>
        </p:nvSpPr>
        <p:spPr>
          <a:xfrm>
            <a:off x="7315199" y="940716"/>
            <a:ext cx="35408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Measured Results – Q-Learning vs. Traditional Routing</a:t>
            </a:r>
            <a:endParaRPr lang="en-IN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C9D2-FA84-19C7-A169-E51C8B53DE3A}"/>
              </a:ext>
            </a:extLst>
          </p:cNvPr>
          <p:cNvSpPr txBox="1"/>
          <p:nvPr/>
        </p:nvSpPr>
        <p:spPr>
          <a:xfrm>
            <a:off x="7310348" y="6449446"/>
            <a:ext cx="3497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Learning in Action – Q-Learning Reward Convergence</a:t>
            </a:r>
            <a:endParaRPr lang="en-IN" sz="10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656977" y="821706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IN" sz="2400" b="1" dirty="0">
                <a:solidFill>
                  <a:srgbClr val="213163"/>
                </a:solidFill>
              </a:rPr>
              <a:t>Results and Observations</a:t>
            </a:r>
            <a:endParaRPr lang="en-US" sz="2400" b="1" dirty="0">
              <a:solidFill>
                <a:srgbClr val="21316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BD988F-2F23-888C-5C64-BD0D915C8679}"/>
              </a:ext>
            </a:extLst>
          </p:cNvPr>
          <p:cNvSpPr txBox="1"/>
          <p:nvPr/>
        </p:nvSpPr>
        <p:spPr>
          <a:xfrm>
            <a:off x="249276" y="5574629"/>
            <a:ext cx="6363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/>
              <a:t>After training and testing, the Q-learning agent shows better performance than traditional routing methods. It learns to deliver packets efficiently while avoiding congestion.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7E9684-958A-093E-3106-6486064BE6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76" y="1490744"/>
            <a:ext cx="6363794" cy="39471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4C48C4-EC07-BBC3-1E7F-4209821C0072}"/>
              </a:ext>
            </a:extLst>
          </p:cNvPr>
          <p:cNvSpPr txBox="1"/>
          <p:nvPr/>
        </p:nvSpPr>
        <p:spPr>
          <a:xfrm>
            <a:off x="6903216" y="1644207"/>
            <a:ext cx="45971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dirty="0"/>
              <a:t>Key Observations:</a:t>
            </a:r>
          </a:p>
          <a:p>
            <a:pPr algn="l">
              <a:buNone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Higher Packet Delivery Ratio (PDR):</a:t>
            </a:r>
            <a:br>
              <a:rPr lang="en-US" dirty="0"/>
            </a:br>
            <a:r>
              <a:rPr lang="en-US" dirty="0"/>
              <a:t>More packets successfully reached their destinations; Q-Learning achieved 92%, outperforming SP (83%) and RR (78%).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Balanced Link Utilization:</a:t>
            </a:r>
            <a:br>
              <a:rPr lang="en-US" dirty="0"/>
            </a:br>
            <a:r>
              <a:rPr lang="en-US" dirty="0"/>
              <a:t>The agent automatically avoids congested links, distributing load intelligently across the network.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Adaptive Learning:</a:t>
            </a:r>
            <a:br>
              <a:rPr lang="en-US" dirty="0"/>
            </a:br>
            <a:r>
              <a:rPr lang="en-US" dirty="0"/>
              <a:t>Maintains stable performance even when traffic load increases, showing strong adaptability.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93206" y="812164"/>
            <a:ext cx="5904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8C442-216F-0AFF-7F38-7D870EA0918B}"/>
              </a:ext>
            </a:extLst>
          </p:cNvPr>
          <p:cNvGrpSpPr/>
          <p:nvPr/>
        </p:nvGrpSpPr>
        <p:grpSpPr>
          <a:xfrm>
            <a:off x="24551" y="6396335"/>
            <a:ext cx="12142898" cy="461665"/>
            <a:chOff x="49102" y="6349157"/>
            <a:chExt cx="12142898" cy="461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86A49-2AFF-C581-4F70-D6CF61537C07}"/>
                </a:ext>
              </a:extLst>
            </p:cNvPr>
            <p:cNvSpPr txBox="1"/>
            <p:nvPr/>
          </p:nvSpPr>
          <p:spPr>
            <a:xfrm>
              <a:off x="383681" y="6549212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C3D488-31F2-374D-B1E9-85C3F7A3279B}"/>
                </a:ext>
              </a:extLst>
            </p:cNvPr>
            <p:cNvGrpSpPr/>
            <p:nvPr/>
          </p:nvGrpSpPr>
          <p:grpSpPr>
            <a:xfrm>
              <a:off x="49102" y="6349157"/>
              <a:ext cx="12142898" cy="307777"/>
              <a:chOff x="49102" y="6349157"/>
              <a:chExt cx="12142898" cy="30777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673787" y="6349157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Source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97201" y="6503046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2" y="6514602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5A7D574-23D8-E344-B43E-03C0800E6217}"/>
              </a:ext>
            </a:extLst>
          </p:cNvPr>
          <p:cNvSpPr txBox="1"/>
          <p:nvPr/>
        </p:nvSpPr>
        <p:spPr>
          <a:xfrm>
            <a:off x="454511" y="1387273"/>
            <a:ext cx="60181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reinforcement learning agent was developed that learns efficient routing from experience, outperforming traditional static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demonstrates the potential of reinforcement learning in achieving autonomous and congestion-aware routing.</a:t>
            </a:r>
          </a:p>
          <a:p>
            <a:endParaRPr lang="en-US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Through continuous rewards, the agent refines its routing decisions, improving packet delivery and reducing congestion.</a:t>
            </a:r>
          </a:p>
          <a:p>
            <a:pPr algn="l" rtl="0"/>
            <a:endParaRPr lang="en-US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Feedback from network outcomes further strengthens its learning, enhancing adaptability under dynamic network conditions.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B31791-0C56-B773-3E0C-CDB35FDA3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737" y="812164"/>
            <a:ext cx="4648336" cy="464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Future Enhancement</a:t>
            </a:r>
            <a:endParaRPr lang="en-US" sz="24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60DEBBB-AD2B-766E-32FE-AB5BCF243F01}"/>
              </a:ext>
            </a:extLst>
          </p:cNvPr>
          <p:cNvSpPr txBox="1"/>
          <p:nvPr/>
        </p:nvSpPr>
        <p:spPr>
          <a:xfrm>
            <a:off x="390525" y="1325948"/>
            <a:ext cx="10889391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dirty="0"/>
              <a:t>This project can be expanded and improved in several ways to handle larger and more dynamic networks: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7D979-9A56-608A-F7E4-FFFFB4163D9B}"/>
              </a:ext>
            </a:extLst>
          </p:cNvPr>
          <p:cNvSpPr txBox="1"/>
          <p:nvPr/>
        </p:nvSpPr>
        <p:spPr>
          <a:xfrm>
            <a:off x="2873942" y="4116414"/>
            <a:ext cx="30488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Integration with SDN:</a:t>
            </a:r>
          </a:p>
          <a:p>
            <a:pPr algn="just"/>
            <a:r>
              <a:rPr lang="en-GB" dirty="0"/>
              <a:t>Combine reinforcement learning with SDN controllers to enable real-time network visibility and fully adaptive routing under dynamic conditions.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D1090-9887-F7C0-E5C4-6D0B1F09BBDA}"/>
              </a:ext>
            </a:extLst>
          </p:cNvPr>
          <p:cNvSpPr txBox="1"/>
          <p:nvPr/>
        </p:nvSpPr>
        <p:spPr>
          <a:xfrm>
            <a:off x="8966479" y="4116414"/>
            <a:ext cx="28349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Deep Q-Learning (DQN):</a:t>
            </a:r>
          </a:p>
          <a:p>
            <a:pPr algn="just"/>
            <a:r>
              <a:rPr lang="en-GB" dirty="0"/>
              <a:t>Extend the model using neural networks to generalize across large topologies and enable more scalable, intelligent routing decisions.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90635-A931-A699-BADA-8BB1C6B8DE09}"/>
              </a:ext>
            </a:extLst>
          </p:cNvPr>
          <p:cNvSpPr txBox="1"/>
          <p:nvPr/>
        </p:nvSpPr>
        <p:spPr>
          <a:xfrm>
            <a:off x="5922779" y="2085090"/>
            <a:ext cx="32598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Multi-Agent Collaboration:</a:t>
            </a:r>
          </a:p>
          <a:p>
            <a:pPr algn="just"/>
            <a:r>
              <a:rPr lang="en-GB" dirty="0"/>
              <a:t>Allow multiple routers to learn cooperatively, improving global optimization, speeding convergence, and increasing overall network resilience.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662FB-F308-E33B-D03F-0B8D40ED0499}"/>
              </a:ext>
            </a:extLst>
          </p:cNvPr>
          <p:cNvSpPr txBox="1"/>
          <p:nvPr/>
        </p:nvSpPr>
        <p:spPr>
          <a:xfrm>
            <a:off x="390525" y="2085090"/>
            <a:ext cx="36249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Predictive Congestion Control:</a:t>
            </a:r>
          </a:p>
          <a:p>
            <a:pPr algn="just"/>
            <a:r>
              <a:rPr lang="en-GB" dirty="0"/>
              <a:t>Incorporate traffic forecasting models to predict congestion early, enabling proactive rerouting and maintaining stable, high-performance routing.</a:t>
            </a:r>
          </a:p>
          <a:p>
            <a:pPr algn="just">
              <a:buNone/>
            </a:pP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3983611" y="2825187"/>
            <a:ext cx="4487150" cy="200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You!!!!</a:t>
            </a:r>
            <a:endParaRPr lang="en-US" sz="5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1053</TotalTime>
  <Words>1326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Simple Light</vt:lpstr>
      <vt:lpstr>PowerPoint Presentation</vt:lpstr>
      <vt:lpstr>Content: </vt:lpstr>
      <vt:lpstr>Problem Statement</vt:lpstr>
      <vt:lpstr>Project overview</vt:lpstr>
      <vt:lpstr>Project Flow </vt:lpstr>
      <vt:lpstr>“WOW” Factor in the Project</vt:lpstr>
      <vt:lpstr>Results and Observations</vt:lpstr>
      <vt:lpstr>PowerPoint Presentation</vt:lpstr>
      <vt:lpstr>Future Enhancement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Sakshi M</cp:lastModifiedBy>
  <cp:revision>139</cp:revision>
  <dcterms:created xsi:type="dcterms:W3CDTF">2024-06-24T09:04:39Z</dcterms:created>
  <dcterms:modified xsi:type="dcterms:W3CDTF">2025-11-14T17:30:58Z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